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3290" r:id="rId2"/>
    <p:sldId id="257" r:id="rId3"/>
    <p:sldId id="3291" r:id="rId4"/>
    <p:sldId id="3292" r:id="rId5"/>
    <p:sldId id="3293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6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162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A7CAC1-0C60-44A0-852F-FABCCF8DD99D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9110F3-CEA7-4CEB-9B8C-A3759C28F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4389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7275" cy="3452813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710280" y="4925520"/>
            <a:ext cx="5682240" cy="4028760"/>
          </a:xfrm>
          <a:prstGeom prst="rect">
            <a:avLst/>
          </a:prstGeom>
          <a:noFill/>
          <a:ln w="0">
            <a:noFill/>
          </a:ln>
        </p:spPr>
        <p:txBody>
          <a:bodyPr lIns="99000" tIns="49680" rIns="99000" bIns="4968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37"/>
          </p:nvPr>
        </p:nvSpPr>
        <p:spPr>
          <a:xfrm>
            <a:off x="4024080" y="9721080"/>
            <a:ext cx="3077280" cy="512280"/>
          </a:xfrm>
          <a:prstGeom prst="rect">
            <a:avLst/>
          </a:prstGeom>
          <a:noFill/>
          <a:ln w="0">
            <a:noFill/>
          </a:ln>
        </p:spPr>
        <p:txBody>
          <a:bodyPr lIns="99000" tIns="49680" rIns="99000" bIns="4968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3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C114697-876F-4175-B460-FADD1F2FEBCE}" type="slidenum">
              <a:rPr lang="en-US" sz="1300" b="0" strike="noStrike" spc="-1">
                <a:solidFill>
                  <a:srgbClr val="000000"/>
                </a:solidFill>
                <a:latin typeface="Times New Roman"/>
              </a:rPr>
              <a:t>2</a:t>
            </a:fld>
            <a:endParaRPr lang="en-US" sz="13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542DE-0255-AEA4-9BCB-7F3B7050C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>
            <a:extLst>
              <a:ext uri="{FF2B5EF4-FFF2-40B4-BE49-F238E27FC236}">
                <a16:creationId xmlns:a16="http://schemas.microsoft.com/office/drawing/2014/main" id="{DCF8F781-701C-4CB3-2CF4-6ABA73FE4B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7275" cy="3452813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>
            <a:extLst>
              <a:ext uri="{FF2B5EF4-FFF2-40B4-BE49-F238E27FC236}">
                <a16:creationId xmlns:a16="http://schemas.microsoft.com/office/drawing/2014/main" id="{B1FBE131-1196-AB4C-15BB-55C39EE4B49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10280" y="4925520"/>
            <a:ext cx="5682240" cy="4028760"/>
          </a:xfrm>
          <a:prstGeom prst="rect">
            <a:avLst/>
          </a:prstGeom>
          <a:noFill/>
          <a:ln w="0">
            <a:noFill/>
          </a:ln>
        </p:spPr>
        <p:txBody>
          <a:bodyPr lIns="99000" tIns="49680" rIns="99000" bIns="4968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3">
            <a:extLst>
              <a:ext uri="{FF2B5EF4-FFF2-40B4-BE49-F238E27FC236}">
                <a16:creationId xmlns:a16="http://schemas.microsoft.com/office/drawing/2014/main" id="{D326F658-D708-92DC-1209-60A521A57A76}"/>
              </a:ext>
            </a:extLst>
          </p:cNvPr>
          <p:cNvSpPr>
            <a:spLocks noGrp="1"/>
          </p:cNvSpPr>
          <p:nvPr>
            <p:ph type="sldNum" idx="37"/>
          </p:nvPr>
        </p:nvSpPr>
        <p:spPr>
          <a:xfrm>
            <a:off x="4024080" y="9721080"/>
            <a:ext cx="3077280" cy="512280"/>
          </a:xfrm>
          <a:prstGeom prst="rect">
            <a:avLst/>
          </a:prstGeom>
          <a:noFill/>
          <a:ln w="0">
            <a:noFill/>
          </a:ln>
        </p:spPr>
        <p:txBody>
          <a:bodyPr lIns="99000" tIns="49680" rIns="99000" bIns="4968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3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C114697-876F-4175-B460-FADD1F2FEBCE}" type="slidenum">
              <a:rPr lang="en-US" sz="1300" b="0" strike="noStrike" spc="-1">
                <a:solidFill>
                  <a:srgbClr val="000000"/>
                </a:solidFill>
                <a:latin typeface="Times New Roman"/>
              </a:rPr>
              <a:t>3</a:t>
            </a:fld>
            <a:endParaRPr lang="en-US" sz="13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790488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0A735-1B14-E371-3481-44E370478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>
            <a:extLst>
              <a:ext uri="{FF2B5EF4-FFF2-40B4-BE49-F238E27FC236}">
                <a16:creationId xmlns:a16="http://schemas.microsoft.com/office/drawing/2014/main" id="{E5ADE43B-1118-9C5D-BB03-A917015C91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7275" cy="3452813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>
            <a:extLst>
              <a:ext uri="{FF2B5EF4-FFF2-40B4-BE49-F238E27FC236}">
                <a16:creationId xmlns:a16="http://schemas.microsoft.com/office/drawing/2014/main" id="{50B0BFA5-D7DD-E999-8351-A59BD9DBD57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10280" y="4925520"/>
            <a:ext cx="5682240" cy="4028760"/>
          </a:xfrm>
          <a:prstGeom prst="rect">
            <a:avLst/>
          </a:prstGeom>
          <a:noFill/>
          <a:ln w="0">
            <a:noFill/>
          </a:ln>
        </p:spPr>
        <p:txBody>
          <a:bodyPr lIns="99000" tIns="49680" rIns="99000" bIns="4968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3">
            <a:extLst>
              <a:ext uri="{FF2B5EF4-FFF2-40B4-BE49-F238E27FC236}">
                <a16:creationId xmlns:a16="http://schemas.microsoft.com/office/drawing/2014/main" id="{783C841B-A65B-B57D-3F1C-9028DACE2C0B}"/>
              </a:ext>
            </a:extLst>
          </p:cNvPr>
          <p:cNvSpPr>
            <a:spLocks noGrp="1"/>
          </p:cNvSpPr>
          <p:nvPr>
            <p:ph type="sldNum" idx="37"/>
          </p:nvPr>
        </p:nvSpPr>
        <p:spPr>
          <a:xfrm>
            <a:off x="4024080" y="9721080"/>
            <a:ext cx="3077280" cy="512280"/>
          </a:xfrm>
          <a:prstGeom prst="rect">
            <a:avLst/>
          </a:prstGeom>
          <a:noFill/>
          <a:ln w="0">
            <a:noFill/>
          </a:ln>
        </p:spPr>
        <p:txBody>
          <a:bodyPr lIns="99000" tIns="49680" rIns="99000" bIns="4968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3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C114697-876F-4175-B460-FADD1F2FEBCE}" type="slidenum">
              <a:rPr lang="en-US" sz="1300" b="0" strike="noStrike" spc="-1">
                <a:solidFill>
                  <a:srgbClr val="000000"/>
                </a:solidFill>
                <a:latin typeface="Times New Roman"/>
              </a:rPr>
              <a:t>4</a:t>
            </a:fld>
            <a:endParaRPr lang="en-US" sz="13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537475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6B11C-45BF-29CD-E791-74724ED64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>
            <a:extLst>
              <a:ext uri="{FF2B5EF4-FFF2-40B4-BE49-F238E27FC236}">
                <a16:creationId xmlns:a16="http://schemas.microsoft.com/office/drawing/2014/main" id="{CB5886AB-AB21-62FD-4325-75D24166B2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7275" cy="3452813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>
            <a:extLst>
              <a:ext uri="{FF2B5EF4-FFF2-40B4-BE49-F238E27FC236}">
                <a16:creationId xmlns:a16="http://schemas.microsoft.com/office/drawing/2014/main" id="{A57B6238-9422-545D-027C-2F689132CE2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10280" y="4925520"/>
            <a:ext cx="5682240" cy="4028760"/>
          </a:xfrm>
          <a:prstGeom prst="rect">
            <a:avLst/>
          </a:prstGeom>
          <a:noFill/>
          <a:ln w="0">
            <a:noFill/>
          </a:ln>
        </p:spPr>
        <p:txBody>
          <a:bodyPr lIns="99000" tIns="49680" rIns="99000" bIns="4968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3">
            <a:extLst>
              <a:ext uri="{FF2B5EF4-FFF2-40B4-BE49-F238E27FC236}">
                <a16:creationId xmlns:a16="http://schemas.microsoft.com/office/drawing/2014/main" id="{3582AD79-35D3-9F82-6F93-F0B8BF3EAFE8}"/>
              </a:ext>
            </a:extLst>
          </p:cNvPr>
          <p:cNvSpPr>
            <a:spLocks noGrp="1"/>
          </p:cNvSpPr>
          <p:nvPr>
            <p:ph type="sldNum" idx="37"/>
          </p:nvPr>
        </p:nvSpPr>
        <p:spPr>
          <a:xfrm>
            <a:off x="4024080" y="9721080"/>
            <a:ext cx="3077280" cy="512280"/>
          </a:xfrm>
          <a:prstGeom prst="rect">
            <a:avLst/>
          </a:prstGeom>
          <a:noFill/>
          <a:ln w="0">
            <a:noFill/>
          </a:ln>
        </p:spPr>
        <p:txBody>
          <a:bodyPr lIns="99000" tIns="49680" rIns="99000" bIns="4968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3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C114697-876F-4175-B460-FADD1F2FEBCE}" type="slidenum">
              <a:rPr lang="en-US" sz="1300" b="0" strike="noStrike" spc="-1">
                <a:solidFill>
                  <a:srgbClr val="000000"/>
                </a:solidFill>
                <a:latin typeface="Times New Roman"/>
              </a:rPr>
              <a:t>5</a:t>
            </a:fld>
            <a:endParaRPr lang="en-US" sz="13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50167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8.emf"/><Relationship Id="rId3" Type="http://schemas.openxmlformats.org/officeDocument/2006/relationships/image" Target="../media/image3.png"/><Relationship Id="rId7" Type="http://schemas.openxmlformats.org/officeDocument/2006/relationships/image" Target="../media/image5.emf"/><Relationship Id="rId12" Type="http://schemas.openxmlformats.org/officeDocument/2006/relationships/oleObject" Target="../embeddings/oleObject6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7.emf"/><Relationship Id="rId5" Type="http://schemas.openxmlformats.org/officeDocument/2006/relationships/image" Target="../media/image4.emf"/><Relationship Id="rId15" Type="http://schemas.openxmlformats.org/officeDocument/2006/relationships/image" Target="../media/image9.e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6.emf"/><Relationship Id="rId14" Type="http://schemas.openxmlformats.org/officeDocument/2006/relationships/oleObject" Target="../embeddings/oleObject7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13" Type="http://schemas.openxmlformats.org/officeDocument/2006/relationships/oleObject" Target="../embeddings/oleObject12.bin"/><Relationship Id="rId18" Type="http://schemas.openxmlformats.org/officeDocument/2006/relationships/image" Target="../media/image16.e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3.emf"/><Relationship Id="rId17" Type="http://schemas.openxmlformats.org/officeDocument/2006/relationships/oleObject" Target="../embeddings/oleObject14.bin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.emf"/><Relationship Id="rId20" Type="http://schemas.openxmlformats.org/officeDocument/2006/relationships/image" Target="../media/image17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e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5" Type="http://schemas.openxmlformats.org/officeDocument/2006/relationships/oleObject" Target="../embeddings/oleObject13.bin"/><Relationship Id="rId10" Type="http://schemas.openxmlformats.org/officeDocument/2006/relationships/image" Target="../media/image12.emf"/><Relationship Id="rId19" Type="http://schemas.openxmlformats.org/officeDocument/2006/relationships/oleObject" Target="../embeddings/oleObject15.bin"/><Relationship Id="rId4" Type="http://schemas.openxmlformats.org/officeDocument/2006/relationships/image" Target="../media/image9.e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14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2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e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0" Type="http://schemas.openxmlformats.org/officeDocument/2006/relationships/image" Target="../media/image21.emf"/><Relationship Id="rId4" Type="http://schemas.openxmlformats.org/officeDocument/2006/relationships/image" Target="../media/image18.emf"/><Relationship Id="rId9" Type="http://schemas.openxmlformats.org/officeDocument/2006/relationships/oleObject" Target="../embeddings/oleObject19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0F91B-2BFC-751B-896E-FD4219DA2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E5F2B63-5883-ECFC-0B42-D1E931B22568}"/>
              </a:ext>
            </a:extLst>
          </p:cNvPr>
          <p:cNvSpPr/>
          <p:nvPr/>
        </p:nvSpPr>
        <p:spPr>
          <a:xfrm>
            <a:off x="-9525" y="1900785"/>
            <a:ext cx="12191331" cy="1838567"/>
          </a:xfrm>
          <a:prstGeom prst="rect">
            <a:avLst/>
          </a:prstGeom>
          <a:solidFill>
            <a:srgbClr val="1C62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A1EC868F-7E38-9E7B-2F0A-97BC68B6C113}"/>
              </a:ext>
            </a:extLst>
          </p:cNvPr>
          <p:cNvSpPr/>
          <p:nvPr/>
        </p:nvSpPr>
        <p:spPr>
          <a:xfrm>
            <a:off x="1524353" y="1507932"/>
            <a:ext cx="2624273" cy="262427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B68CBC1-985F-1F37-5CA1-32B6E7449FDA}"/>
              </a:ext>
            </a:extLst>
          </p:cNvPr>
          <p:cNvSpPr txBox="1"/>
          <p:nvPr/>
        </p:nvSpPr>
        <p:spPr>
          <a:xfrm>
            <a:off x="4944110" y="4343400"/>
            <a:ext cx="3302000" cy="129798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汇报人：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郭晋康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导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师：束传存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教授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F7800181-A4D6-0B74-25BC-8D61363A9C3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515" y="1296670"/>
            <a:ext cx="3253105" cy="3008630"/>
          </a:xfrm>
          <a:prstGeom prst="rect">
            <a:avLst/>
          </a:prstGeom>
          <a:noFill/>
        </p:spPr>
      </p:pic>
      <p:graphicFrame>
        <p:nvGraphicFramePr>
          <p:cNvPr id="3" name="对象 2">
            <a:hlinkClick r:id="" action="ppaction://ole?verb=0"/>
            <a:extLst>
              <a:ext uri="{FF2B5EF4-FFF2-40B4-BE49-F238E27FC236}">
                <a16:creationId xmlns:a16="http://schemas.microsoft.com/office/drawing/2014/main" id="{1EFE156E-CDA2-5A5C-C342-C857C80C98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38850" y="3340100"/>
          <a:ext cx="114300" cy="177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14300" imgH="177165" progId="Equation.DSMT4">
                  <p:embed/>
                </p:oleObj>
              </mc:Choice>
              <mc:Fallback>
                <p:oleObj r:id="rId4" imgW="114300" imgH="177165" progId="Equation.DSMT4">
                  <p:embed/>
                  <p:pic>
                    <p:nvPicPr>
                      <p:cNvPr id="3" name="对象 2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1EFE156E-CDA2-5A5C-C342-C857C80C98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038850" y="3340100"/>
                        <a:ext cx="114300" cy="1771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F079E1BE-F2B6-E9C7-F55C-751E10A71E2E}"/>
              </a:ext>
            </a:extLst>
          </p:cNvPr>
          <p:cNvSpPr txBox="1"/>
          <p:nvPr/>
        </p:nvSpPr>
        <p:spPr>
          <a:xfrm>
            <a:off x="4365102" y="2404667"/>
            <a:ext cx="349758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 panose="020B0503020204020204" charset="-122"/>
                <a:cs typeface="Arial"/>
                <a:sym typeface="+mn-ea"/>
              </a:rPr>
              <a:t>进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 panose="020B0503020204020204" charset="-122"/>
                <a:cs typeface="Arial"/>
                <a:sym typeface="+mn-ea"/>
              </a:rPr>
              <a:t> </a:t>
            </a: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 panose="020B0503020204020204" charset="-122"/>
                <a:cs typeface="Arial"/>
                <a:sym typeface="+mn-ea"/>
              </a:rPr>
              <a:t>展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 panose="020B0503020204020204" charset="-122"/>
                <a:cs typeface="Arial"/>
                <a:sym typeface="+mn-ea"/>
              </a:rPr>
              <a:t> </a:t>
            </a: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 panose="020B0503020204020204" charset="-122"/>
                <a:cs typeface="Arial"/>
                <a:sym typeface="+mn-ea"/>
              </a:rPr>
              <a:t>汇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 panose="020B0503020204020204" charset="-122"/>
                <a:cs typeface="Arial"/>
                <a:sym typeface="+mn-ea"/>
              </a:rPr>
              <a:t> </a:t>
            </a: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 panose="020B0503020204020204" charset="-122"/>
                <a:cs typeface="Arial"/>
                <a:sym typeface="+mn-ea"/>
              </a:rPr>
              <a:t>报</a:t>
            </a:r>
          </a:p>
        </p:txBody>
      </p:sp>
    </p:spTree>
    <p:extLst>
      <p:ext uri="{BB962C8B-B14F-4D97-AF65-F5344CB8AC3E}">
        <p14:creationId xmlns:p14="http://schemas.microsoft.com/office/powerpoint/2010/main" val="457377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文本框 6"/>
          <p:cNvSpPr/>
          <p:nvPr/>
        </p:nvSpPr>
        <p:spPr>
          <a:xfrm>
            <a:off x="0" y="94688"/>
            <a:ext cx="2592000" cy="51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/>
            <a:r>
              <a:rPr lang="zh-CN" altLang="en-US" sz="2800" spc="-1" dirty="0">
                <a:solidFill>
                  <a:schemeClr val="dk1"/>
                </a:solidFill>
                <a:latin typeface="微软雅黑"/>
                <a:ea typeface="微软雅黑"/>
              </a:rPr>
              <a:t>文献阅读情况</a:t>
            </a:r>
            <a:endParaRPr lang="en-US" sz="2800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7" name="直接连接符 4"/>
          <p:cNvCxnSpPr>
            <a:cxnSpLocks/>
          </p:cNvCxnSpPr>
          <p:nvPr/>
        </p:nvCxnSpPr>
        <p:spPr>
          <a:xfrm>
            <a:off x="0" y="759600"/>
            <a:ext cx="12145108" cy="0"/>
          </a:xfrm>
          <a:prstGeom prst="straightConnector1">
            <a:avLst/>
          </a:prstGeom>
          <a:ln w="76320" cap="rnd">
            <a:solidFill>
              <a:srgbClr val="186299"/>
            </a:solidFill>
            <a:round/>
          </a:ln>
        </p:spPr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E69ACD45-26FA-B0D0-9460-FAB6E5EFD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17321"/>
            <a:ext cx="3439773" cy="2611679"/>
          </a:xfrm>
          <a:prstGeom prst="rect">
            <a:avLst/>
          </a:prstGeom>
        </p:spPr>
      </p:pic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03034CB0-D97B-F7DC-3EFE-480849BD68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4870800"/>
              </p:ext>
            </p:extLst>
          </p:nvPr>
        </p:nvGraphicFramePr>
        <p:xfrm>
          <a:off x="5732143" y="778987"/>
          <a:ext cx="4052805" cy="8013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40035" imgH="547007" progId="Equation.DSMT4">
                  <p:embed/>
                </p:oleObj>
              </mc:Choice>
              <mc:Fallback>
                <p:oleObj name="Equation" r:id="rId4" imgW="3040035" imgH="547007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32143" y="778987"/>
                        <a:ext cx="4052805" cy="8013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701F0F34-9E70-C58C-55B0-DF8069F62FA9}"/>
              </a:ext>
            </a:extLst>
          </p:cNvPr>
          <p:cNvSpPr txBox="1"/>
          <p:nvPr/>
        </p:nvSpPr>
        <p:spPr>
          <a:xfrm>
            <a:off x="3441354" y="991349"/>
            <a:ext cx="2458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反射镜处的相互作用：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5B016A5-6E33-9B0E-B69F-C9CDE901A9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2540417"/>
              </p:ext>
            </p:extLst>
          </p:nvPr>
        </p:nvGraphicFramePr>
        <p:xfrm>
          <a:off x="5337956" y="1881489"/>
          <a:ext cx="3439774" cy="6809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65494" imgH="489449" progId="Equation.DSMT4">
                  <p:embed/>
                </p:oleObj>
              </mc:Choice>
              <mc:Fallback>
                <p:oleObj name="Equation" r:id="rId6" imgW="2665494" imgH="48944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337956" y="1881489"/>
                        <a:ext cx="3439774" cy="6809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36533C2B-B657-DC88-5BDB-55A2395771AC}"/>
              </a:ext>
            </a:extLst>
          </p:cNvPr>
          <p:cNvSpPr txBox="1"/>
          <p:nvPr/>
        </p:nvSpPr>
        <p:spPr>
          <a:xfrm>
            <a:off x="3439773" y="2037320"/>
            <a:ext cx="2458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连续化处理：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B4D40C7E-6F2C-1293-0973-7D5E96E2A0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3604890"/>
              </p:ext>
            </p:extLst>
          </p:nvPr>
        </p:nvGraphicFramePr>
        <p:xfrm>
          <a:off x="5104828" y="2813864"/>
          <a:ext cx="3906030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299396" imgH="475161" progId="Equation.DSMT4">
                  <p:embed/>
                </p:oleObj>
              </mc:Choice>
              <mc:Fallback>
                <p:oleObj name="Equation" r:id="rId8" imgW="3299396" imgH="475161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104828" y="2813864"/>
                        <a:ext cx="3906030" cy="619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5EF9E6B8-34A4-0F36-78CC-F52FDAF35B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5178805"/>
              </p:ext>
            </p:extLst>
          </p:nvPr>
        </p:nvGraphicFramePr>
        <p:xfrm>
          <a:off x="4888919" y="3757640"/>
          <a:ext cx="4757827" cy="500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717233" imgH="374332" progId="Equation.DSMT4">
                  <p:embed/>
                </p:oleObj>
              </mc:Choice>
              <mc:Fallback>
                <p:oleObj name="Equation" r:id="rId10" imgW="3717233" imgH="37433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888919" y="3757640"/>
                        <a:ext cx="4757827" cy="5005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A46DB4F0-D927-046C-65A3-C815DD54EDEE}"/>
              </a:ext>
            </a:extLst>
          </p:cNvPr>
          <p:cNvSpPr txBox="1"/>
          <p:nvPr/>
        </p:nvSpPr>
        <p:spPr>
          <a:xfrm>
            <a:off x="3575221" y="3833305"/>
            <a:ext cx="1262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自由外场：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0D60BA4F-1246-3153-B5A9-B8A1F09FB6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1655972"/>
              </p:ext>
            </p:extLst>
          </p:nvPr>
        </p:nvGraphicFramePr>
        <p:xfrm>
          <a:off x="4338102" y="4628146"/>
          <a:ext cx="5859462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192659" imgH="518432" progId="Equation.DSMT4">
                  <p:embed/>
                </p:oleObj>
              </mc:Choice>
              <mc:Fallback>
                <p:oleObj name="Equation" r:id="rId12" imgW="4192659" imgH="51843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338102" y="4628146"/>
                        <a:ext cx="5859462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D4F331D4-FF74-02AF-82D0-FCD6A5EDD9C3}"/>
              </a:ext>
            </a:extLst>
          </p:cNvPr>
          <p:cNvSpPr txBox="1"/>
          <p:nvPr/>
        </p:nvSpPr>
        <p:spPr>
          <a:xfrm>
            <a:off x="1994436" y="4805430"/>
            <a:ext cx="2458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代入算符运动方程：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397EEEB3-32B4-1DD3-64BC-361E944A54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7256303"/>
              </p:ext>
            </p:extLst>
          </p:nvPr>
        </p:nvGraphicFramePr>
        <p:xfrm>
          <a:off x="4338102" y="5529330"/>
          <a:ext cx="492341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530166" imgH="518432" progId="Equation.DSMT4">
                  <p:embed/>
                </p:oleObj>
              </mc:Choice>
              <mc:Fallback>
                <p:oleObj name="Equation" r:id="rId14" imgW="3530166" imgH="51843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338102" y="5529330"/>
                        <a:ext cx="492341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82DC4-1CFB-0746-7076-E8A7A472F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文本框 6">
            <a:extLst>
              <a:ext uri="{FF2B5EF4-FFF2-40B4-BE49-F238E27FC236}">
                <a16:creationId xmlns:a16="http://schemas.microsoft.com/office/drawing/2014/main" id="{A6C32C22-BA67-CB0A-B038-EBB49FC1E13B}"/>
              </a:ext>
            </a:extLst>
          </p:cNvPr>
          <p:cNvSpPr/>
          <p:nvPr/>
        </p:nvSpPr>
        <p:spPr>
          <a:xfrm>
            <a:off x="0" y="94688"/>
            <a:ext cx="2592000" cy="51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/>
            <a:r>
              <a:rPr lang="zh-CN" altLang="en-US" sz="2800" spc="-1" dirty="0">
                <a:solidFill>
                  <a:schemeClr val="dk1"/>
                </a:solidFill>
                <a:latin typeface="微软雅黑"/>
                <a:ea typeface="微软雅黑"/>
              </a:rPr>
              <a:t>文献阅读情况</a:t>
            </a:r>
            <a:endParaRPr lang="en-US" sz="2800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7" name="直接连接符 4">
            <a:extLst>
              <a:ext uri="{FF2B5EF4-FFF2-40B4-BE49-F238E27FC236}">
                <a16:creationId xmlns:a16="http://schemas.microsoft.com/office/drawing/2014/main" id="{FF141E29-7754-A578-D08B-285E4CB49F71}"/>
              </a:ext>
            </a:extLst>
          </p:cNvPr>
          <p:cNvCxnSpPr>
            <a:cxnSpLocks/>
          </p:cNvCxnSpPr>
          <p:nvPr/>
        </p:nvCxnSpPr>
        <p:spPr>
          <a:xfrm>
            <a:off x="0" y="759600"/>
            <a:ext cx="12145108" cy="0"/>
          </a:xfrm>
          <a:prstGeom prst="straightConnector1">
            <a:avLst/>
          </a:prstGeom>
          <a:ln w="76320" cap="rnd">
            <a:solidFill>
              <a:srgbClr val="186299"/>
            </a:solidFill>
            <a:round/>
          </a:ln>
        </p:spPr>
      </p:cxn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ECB65803-8A4B-BE02-7DCB-EC18F07B84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6263760"/>
              </p:ext>
            </p:extLst>
          </p:nvPr>
        </p:nvGraphicFramePr>
        <p:xfrm>
          <a:off x="577596" y="1156094"/>
          <a:ext cx="492341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530166" imgH="518432" progId="Equation.DSMT4">
                  <p:embed/>
                </p:oleObj>
              </mc:Choice>
              <mc:Fallback>
                <p:oleObj name="Equation" r:id="rId3" imgW="3530166" imgH="518432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397EEEB3-32B4-1DD3-64BC-361E944A54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7596" y="1156094"/>
                        <a:ext cx="492341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6" name="组合 185">
            <a:extLst>
              <a:ext uri="{FF2B5EF4-FFF2-40B4-BE49-F238E27FC236}">
                <a16:creationId xmlns:a16="http://schemas.microsoft.com/office/drawing/2014/main" id="{5A6DFBD8-00D3-70E2-40DD-B10C732F5740}"/>
              </a:ext>
            </a:extLst>
          </p:cNvPr>
          <p:cNvGrpSpPr/>
          <p:nvPr/>
        </p:nvGrpSpPr>
        <p:grpSpPr>
          <a:xfrm>
            <a:off x="8178806" y="907193"/>
            <a:ext cx="3435598" cy="1717341"/>
            <a:chOff x="7468357" y="927174"/>
            <a:chExt cx="2766928" cy="1410927"/>
          </a:xfrm>
        </p:grpSpPr>
        <p:grpSp>
          <p:nvGrpSpPr>
            <p:cNvPr id="163" name="组合 162">
              <a:extLst>
                <a:ext uri="{FF2B5EF4-FFF2-40B4-BE49-F238E27FC236}">
                  <a16:creationId xmlns:a16="http://schemas.microsoft.com/office/drawing/2014/main" id="{7A2C4DFA-AF3B-95B7-12F2-3E5660D59A3B}"/>
                </a:ext>
              </a:extLst>
            </p:cNvPr>
            <p:cNvGrpSpPr/>
            <p:nvPr/>
          </p:nvGrpSpPr>
          <p:grpSpPr>
            <a:xfrm>
              <a:off x="8853484" y="1061130"/>
              <a:ext cx="53678" cy="928751"/>
              <a:chOff x="8701084" y="1050324"/>
              <a:chExt cx="53678" cy="928751"/>
            </a:xfrm>
          </p:grpSpPr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C13129B2-7890-4F97-1C1F-40A0DC3832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54762" y="1050324"/>
                <a:ext cx="0" cy="908222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A204FCCC-3CD6-E9F4-3C28-0B50FC12084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01088" y="1064419"/>
                <a:ext cx="47625" cy="5644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3CDF3B25-E699-43EB-2F36-3C102DFA34F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01087" y="1122004"/>
                <a:ext cx="47625" cy="5644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89C28015-EA06-FE92-0F56-1FBD5E2D87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01087" y="1178444"/>
                <a:ext cx="47625" cy="5644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DFD81D01-D9BA-2DC7-74B7-5E4D4660F85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01086" y="1236029"/>
                <a:ext cx="47625" cy="5644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4D91115A-7B20-2006-913C-DB835863E5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01087" y="1292469"/>
                <a:ext cx="47625" cy="5644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CBCD97F8-A670-4E49-382D-009AD257953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01086" y="1350054"/>
                <a:ext cx="47625" cy="5644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2AC17E21-9F9B-DFE6-C722-7D894116962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01087" y="1406494"/>
                <a:ext cx="47625" cy="5644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B3928C4E-96C2-0FAE-3C52-417D256780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01086" y="1464079"/>
                <a:ext cx="47625" cy="5644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5C0C1A13-0110-6FB9-D505-72DAB946954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01086" y="1520519"/>
                <a:ext cx="47625" cy="5644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573C041B-46ED-7617-CED2-23611E16C4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01085" y="1578104"/>
                <a:ext cx="47625" cy="5644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5D2CAEF8-2540-814D-600F-4C23A2DA15F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01085" y="1634544"/>
                <a:ext cx="47625" cy="5644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277C8317-CD8A-5E95-44C1-2FBA1B22C2B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01084" y="1692129"/>
                <a:ext cx="47625" cy="5644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D4557C88-10E7-D420-5DEE-5D80D2B25E6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04111" y="1748569"/>
                <a:ext cx="47625" cy="5644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C7ADD2E0-65F6-30B9-EF7D-D11A0EE301A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04110" y="1806154"/>
                <a:ext cx="47625" cy="5644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A65EA390-E43F-D2E2-5E3F-33780C7FA44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01085" y="1865050"/>
                <a:ext cx="47625" cy="5644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81D2684E-736B-1B44-D1F9-68C665817A9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01084" y="1922635"/>
                <a:ext cx="47625" cy="5644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64" name="组合 163">
              <a:extLst>
                <a:ext uri="{FF2B5EF4-FFF2-40B4-BE49-F238E27FC236}">
                  <a16:creationId xmlns:a16="http://schemas.microsoft.com/office/drawing/2014/main" id="{BF7DBC2E-AA66-2412-7F9F-8A8107D3DF3E}"/>
                </a:ext>
              </a:extLst>
            </p:cNvPr>
            <p:cNvGrpSpPr/>
            <p:nvPr/>
          </p:nvGrpSpPr>
          <p:grpSpPr>
            <a:xfrm>
              <a:off x="10181607" y="1061130"/>
              <a:ext cx="53678" cy="917945"/>
              <a:chOff x="9716787" y="1061130"/>
              <a:chExt cx="53678" cy="917945"/>
            </a:xfrm>
          </p:grpSpPr>
          <p:cxnSp>
            <p:nvCxnSpPr>
              <p:cNvPr id="129" name="直接连接符 128">
                <a:extLst>
                  <a:ext uri="{FF2B5EF4-FFF2-40B4-BE49-F238E27FC236}">
                    <a16:creationId xmlns:a16="http://schemas.microsoft.com/office/drawing/2014/main" id="{4B0520E6-EB54-9008-5DB5-CCC2BDCCF3F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16787" y="1061130"/>
                <a:ext cx="0" cy="908222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62" name="组合 161">
                <a:extLst>
                  <a:ext uri="{FF2B5EF4-FFF2-40B4-BE49-F238E27FC236}">
                    <a16:creationId xmlns:a16="http://schemas.microsoft.com/office/drawing/2014/main" id="{5FD7D82B-26F5-E876-9A6F-ED4158283244}"/>
                  </a:ext>
                </a:extLst>
              </p:cNvPr>
              <p:cNvGrpSpPr/>
              <p:nvPr/>
            </p:nvGrpSpPr>
            <p:grpSpPr>
              <a:xfrm>
                <a:off x="9719813" y="1064419"/>
                <a:ext cx="50652" cy="914656"/>
                <a:chOff x="8853484" y="1216819"/>
                <a:chExt cx="50652" cy="914656"/>
              </a:xfrm>
            </p:grpSpPr>
            <p:cxnSp>
              <p:nvCxnSpPr>
                <p:cNvPr id="130" name="直接连接符 129">
                  <a:extLst>
                    <a:ext uri="{FF2B5EF4-FFF2-40B4-BE49-F238E27FC236}">
                      <a16:creationId xmlns:a16="http://schemas.microsoft.com/office/drawing/2014/main" id="{243A8D95-1238-7F12-3F20-7C59BEF66D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853488" y="1216819"/>
                  <a:ext cx="47625" cy="5644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直接连接符 130">
                  <a:extLst>
                    <a:ext uri="{FF2B5EF4-FFF2-40B4-BE49-F238E27FC236}">
                      <a16:creationId xmlns:a16="http://schemas.microsoft.com/office/drawing/2014/main" id="{19CB5354-1C98-9FFD-8C46-DBA4E7FEC3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853487" y="1274404"/>
                  <a:ext cx="47625" cy="5644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直接连接符 131">
                  <a:extLst>
                    <a:ext uri="{FF2B5EF4-FFF2-40B4-BE49-F238E27FC236}">
                      <a16:creationId xmlns:a16="http://schemas.microsoft.com/office/drawing/2014/main" id="{5701A23D-FAC2-4FF2-9800-6875A8DE43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853487" y="1330844"/>
                  <a:ext cx="47625" cy="5644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直接连接符 132">
                  <a:extLst>
                    <a:ext uri="{FF2B5EF4-FFF2-40B4-BE49-F238E27FC236}">
                      <a16:creationId xmlns:a16="http://schemas.microsoft.com/office/drawing/2014/main" id="{B82F2673-5743-51A1-0018-4242BA3936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853486" y="1388429"/>
                  <a:ext cx="47625" cy="5644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直接连接符 133">
                  <a:extLst>
                    <a:ext uri="{FF2B5EF4-FFF2-40B4-BE49-F238E27FC236}">
                      <a16:creationId xmlns:a16="http://schemas.microsoft.com/office/drawing/2014/main" id="{F82A988B-F7F3-264A-8039-B5A20C6400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853487" y="1444869"/>
                  <a:ext cx="47625" cy="5644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5" name="直接连接符 134">
                  <a:extLst>
                    <a:ext uri="{FF2B5EF4-FFF2-40B4-BE49-F238E27FC236}">
                      <a16:creationId xmlns:a16="http://schemas.microsoft.com/office/drawing/2014/main" id="{3B7D2140-6EEF-8169-7293-2066B4F7DC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853486" y="1502454"/>
                  <a:ext cx="47625" cy="5644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直接连接符 135">
                  <a:extLst>
                    <a:ext uri="{FF2B5EF4-FFF2-40B4-BE49-F238E27FC236}">
                      <a16:creationId xmlns:a16="http://schemas.microsoft.com/office/drawing/2014/main" id="{79D9FE66-AE38-4D0C-3707-D3B3BE3D53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853487" y="1558894"/>
                  <a:ext cx="47625" cy="5644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直接连接符 136">
                  <a:extLst>
                    <a:ext uri="{FF2B5EF4-FFF2-40B4-BE49-F238E27FC236}">
                      <a16:creationId xmlns:a16="http://schemas.microsoft.com/office/drawing/2014/main" id="{FD0995BE-FAAF-86AF-0414-658A315D17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853486" y="1616479"/>
                  <a:ext cx="47625" cy="5644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直接连接符 137">
                  <a:extLst>
                    <a:ext uri="{FF2B5EF4-FFF2-40B4-BE49-F238E27FC236}">
                      <a16:creationId xmlns:a16="http://schemas.microsoft.com/office/drawing/2014/main" id="{48C9A7B3-7D44-9A84-41D4-EF933A10C1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853486" y="1672919"/>
                  <a:ext cx="47625" cy="5644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直接连接符 138">
                  <a:extLst>
                    <a:ext uri="{FF2B5EF4-FFF2-40B4-BE49-F238E27FC236}">
                      <a16:creationId xmlns:a16="http://schemas.microsoft.com/office/drawing/2014/main" id="{FE53AB84-C845-AE2B-9F76-E376ACA09A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853485" y="1730504"/>
                  <a:ext cx="47625" cy="5644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直接连接符 139">
                  <a:extLst>
                    <a:ext uri="{FF2B5EF4-FFF2-40B4-BE49-F238E27FC236}">
                      <a16:creationId xmlns:a16="http://schemas.microsoft.com/office/drawing/2014/main" id="{A654CFCF-0218-5C01-1DA2-B3B4DDA1A3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853485" y="1786944"/>
                  <a:ext cx="47625" cy="5644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直接连接符 140">
                  <a:extLst>
                    <a:ext uri="{FF2B5EF4-FFF2-40B4-BE49-F238E27FC236}">
                      <a16:creationId xmlns:a16="http://schemas.microsoft.com/office/drawing/2014/main" id="{559409C8-79F5-1CB1-DFC4-22AAB14AFD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853484" y="1844529"/>
                  <a:ext cx="47625" cy="5644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直接连接符 141">
                  <a:extLst>
                    <a:ext uri="{FF2B5EF4-FFF2-40B4-BE49-F238E27FC236}">
                      <a16:creationId xmlns:a16="http://schemas.microsoft.com/office/drawing/2014/main" id="{9CBBA78E-46EC-6D00-684A-52D3855AB5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856511" y="1900969"/>
                  <a:ext cx="47625" cy="5644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直接连接符 142">
                  <a:extLst>
                    <a:ext uri="{FF2B5EF4-FFF2-40B4-BE49-F238E27FC236}">
                      <a16:creationId xmlns:a16="http://schemas.microsoft.com/office/drawing/2014/main" id="{A4AFCF43-4AFF-8F67-AC0E-0414245D78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856510" y="1958554"/>
                  <a:ext cx="47625" cy="5644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直接连接符 143">
                  <a:extLst>
                    <a:ext uri="{FF2B5EF4-FFF2-40B4-BE49-F238E27FC236}">
                      <a16:creationId xmlns:a16="http://schemas.microsoft.com/office/drawing/2014/main" id="{3532996F-E97C-4D87-52AD-72EDA39815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853485" y="2017450"/>
                  <a:ext cx="47625" cy="5644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直接连接符 144">
                  <a:extLst>
                    <a:ext uri="{FF2B5EF4-FFF2-40B4-BE49-F238E27FC236}">
                      <a16:creationId xmlns:a16="http://schemas.microsoft.com/office/drawing/2014/main" id="{8C3E3087-8564-7E9A-60F3-B7A0173D41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853484" y="2075035"/>
                  <a:ext cx="47625" cy="5644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76" name="任意多边形: 形状 175">
              <a:extLst>
                <a:ext uri="{FF2B5EF4-FFF2-40B4-BE49-F238E27FC236}">
                  <a16:creationId xmlns:a16="http://schemas.microsoft.com/office/drawing/2014/main" id="{BF710040-6793-3464-2341-4CC3CEFE373C}"/>
                </a:ext>
              </a:extLst>
            </p:cNvPr>
            <p:cNvSpPr/>
            <p:nvPr/>
          </p:nvSpPr>
          <p:spPr>
            <a:xfrm>
              <a:off x="7790040" y="1297814"/>
              <a:ext cx="885825" cy="92086"/>
            </a:xfrm>
            <a:custGeom>
              <a:avLst/>
              <a:gdLst>
                <a:gd name="csX0" fmla="*/ 0 w 1320800"/>
                <a:gd name="csY0" fmla="*/ 0 h 92086"/>
                <a:gd name="csX1" fmla="*/ 85725 w 1320800"/>
                <a:gd name="csY1" fmla="*/ 92075 h 92086"/>
                <a:gd name="csX2" fmla="*/ 174625 w 1320800"/>
                <a:gd name="csY2" fmla="*/ 3175 h 92086"/>
                <a:gd name="csX3" fmla="*/ 276225 w 1320800"/>
                <a:gd name="csY3" fmla="*/ 92075 h 92086"/>
                <a:gd name="csX4" fmla="*/ 381000 w 1320800"/>
                <a:gd name="csY4" fmla="*/ 9525 h 92086"/>
                <a:gd name="csX5" fmla="*/ 488950 w 1320800"/>
                <a:gd name="csY5" fmla="*/ 92075 h 92086"/>
                <a:gd name="csX6" fmla="*/ 571500 w 1320800"/>
                <a:gd name="csY6" fmla="*/ 15875 h 92086"/>
                <a:gd name="csX7" fmla="*/ 666750 w 1320800"/>
                <a:gd name="csY7" fmla="*/ 79375 h 92086"/>
                <a:gd name="csX8" fmla="*/ 742950 w 1320800"/>
                <a:gd name="csY8" fmla="*/ 9525 h 92086"/>
                <a:gd name="csX9" fmla="*/ 850900 w 1320800"/>
                <a:gd name="csY9" fmla="*/ 82550 h 92086"/>
                <a:gd name="csX10" fmla="*/ 942975 w 1320800"/>
                <a:gd name="csY10" fmla="*/ 12700 h 92086"/>
                <a:gd name="csX11" fmla="*/ 1022350 w 1320800"/>
                <a:gd name="csY11" fmla="*/ 76200 h 92086"/>
                <a:gd name="csX12" fmla="*/ 1127125 w 1320800"/>
                <a:gd name="csY12" fmla="*/ 12700 h 92086"/>
                <a:gd name="csX13" fmla="*/ 1216025 w 1320800"/>
                <a:gd name="csY13" fmla="*/ 60325 h 92086"/>
                <a:gd name="csX14" fmla="*/ 1320800 w 1320800"/>
                <a:gd name="csY14" fmla="*/ 60325 h 92086"/>
                <a:gd name="csX15" fmla="*/ 1320800 w 1320800"/>
                <a:gd name="csY15" fmla="*/ 60325 h 920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320800" h="92086">
                  <a:moveTo>
                    <a:pt x="0" y="0"/>
                  </a:moveTo>
                  <a:cubicBezTo>
                    <a:pt x="28310" y="45773"/>
                    <a:pt x="56621" y="91546"/>
                    <a:pt x="85725" y="92075"/>
                  </a:cubicBezTo>
                  <a:cubicBezTo>
                    <a:pt x="114829" y="92604"/>
                    <a:pt x="142875" y="3175"/>
                    <a:pt x="174625" y="3175"/>
                  </a:cubicBezTo>
                  <a:cubicBezTo>
                    <a:pt x="206375" y="3175"/>
                    <a:pt x="241829" y="91017"/>
                    <a:pt x="276225" y="92075"/>
                  </a:cubicBezTo>
                  <a:cubicBezTo>
                    <a:pt x="310621" y="93133"/>
                    <a:pt x="345546" y="9525"/>
                    <a:pt x="381000" y="9525"/>
                  </a:cubicBezTo>
                  <a:cubicBezTo>
                    <a:pt x="416454" y="9525"/>
                    <a:pt x="457200" y="91017"/>
                    <a:pt x="488950" y="92075"/>
                  </a:cubicBezTo>
                  <a:cubicBezTo>
                    <a:pt x="520700" y="93133"/>
                    <a:pt x="541867" y="17992"/>
                    <a:pt x="571500" y="15875"/>
                  </a:cubicBezTo>
                  <a:cubicBezTo>
                    <a:pt x="601133" y="13758"/>
                    <a:pt x="638175" y="80433"/>
                    <a:pt x="666750" y="79375"/>
                  </a:cubicBezTo>
                  <a:cubicBezTo>
                    <a:pt x="695325" y="78317"/>
                    <a:pt x="712258" y="8996"/>
                    <a:pt x="742950" y="9525"/>
                  </a:cubicBezTo>
                  <a:cubicBezTo>
                    <a:pt x="773642" y="10054"/>
                    <a:pt x="817563" y="82021"/>
                    <a:pt x="850900" y="82550"/>
                  </a:cubicBezTo>
                  <a:cubicBezTo>
                    <a:pt x="884237" y="83079"/>
                    <a:pt x="914400" y="13758"/>
                    <a:pt x="942975" y="12700"/>
                  </a:cubicBezTo>
                  <a:cubicBezTo>
                    <a:pt x="971550" y="11642"/>
                    <a:pt x="991658" y="76200"/>
                    <a:pt x="1022350" y="76200"/>
                  </a:cubicBezTo>
                  <a:cubicBezTo>
                    <a:pt x="1053042" y="76200"/>
                    <a:pt x="1094846" y="15346"/>
                    <a:pt x="1127125" y="12700"/>
                  </a:cubicBezTo>
                  <a:cubicBezTo>
                    <a:pt x="1159404" y="10054"/>
                    <a:pt x="1183746" y="52388"/>
                    <a:pt x="1216025" y="60325"/>
                  </a:cubicBezTo>
                  <a:cubicBezTo>
                    <a:pt x="1248304" y="68262"/>
                    <a:pt x="1320800" y="60325"/>
                    <a:pt x="1320800" y="60325"/>
                  </a:cubicBezTo>
                  <a:lnTo>
                    <a:pt x="1320800" y="60325"/>
                  </a:lnTo>
                </a:path>
              </a:pathLst>
            </a:custGeom>
            <a:noFill/>
            <a:ln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7" name="任意多边形: 形状 176">
              <a:extLst>
                <a:ext uri="{FF2B5EF4-FFF2-40B4-BE49-F238E27FC236}">
                  <a16:creationId xmlns:a16="http://schemas.microsoft.com/office/drawing/2014/main" id="{D16FF951-F839-2CA5-1ED4-E3D4A5D11E17}"/>
                </a:ext>
              </a:extLst>
            </p:cNvPr>
            <p:cNvSpPr/>
            <p:nvPr/>
          </p:nvSpPr>
          <p:spPr>
            <a:xfrm rot="10800000">
              <a:off x="7864016" y="1638250"/>
              <a:ext cx="885825" cy="92086"/>
            </a:xfrm>
            <a:custGeom>
              <a:avLst/>
              <a:gdLst>
                <a:gd name="csX0" fmla="*/ 0 w 1320800"/>
                <a:gd name="csY0" fmla="*/ 0 h 92086"/>
                <a:gd name="csX1" fmla="*/ 85725 w 1320800"/>
                <a:gd name="csY1" fmla="*/ 92075 h 92086"/>
                <a:gd name="csX2" fmla="*/ 174625 w 1320800"/>
                <a:gd name="csY2" fmla="*/ 3175 h 92086"/>
                <a:gd name="csX3" fmla="*/ 276225 w 1320800"/>
                <a:gd name="csY3" fmla="*/ 92075 h 92086"/>
                <a:gd name="csX4" fmla="*/ 381000 w 1320800"/>
                <a:gd name="csY4" fmla="*/ 9525 h 92086"/>
                <a:gd name="csX5" fmla="*/ 488950 w 1320800"/>
                <a:gd name="csY5" fmla="*/ 92075 h 92086"/>
                <a:gd name="csX6" fmla="*/ 571500 w 1320800"/>
                <a:gd name="csY6" fmla="*/ 15875 h 92086"/>
                <a:gd name="csX7" fmla="*/ 666750 w 1320800"/>
                <a:gd name="csY7" fmla="*/ 79375 h 92086"/>
                <a:gd name="csX8" fmla="*/ 742950 w 1320800"/>
                <a:gd name="csY8" fmla="*/ 9525 h 92086"/>
                <a:gd name="csX9" fmla="*/ 850900 w 1320800"/>
                <a:gd name="csY9" fmla="*/ 82550 h 92086"/>
                <a:gd name="csX10" fmla="*/ 942975 w 1320800"/>
                <a:gd name="csY10" fmla="*/ 12700 h 92086"/>
                <a:gd name="csX11" fmla="*/ 1022350 w 1320800"/>
                <a:gd name="csY11" fmla="*/ 76200 h 92086"/>
                <a:gd name="csX12" fmla="*/ 1127125 w 1320800"/>
                <a:gd name="csY12" fmla="*/ 12700 h 92086"/>
                <a:gd name="csX13" fmla="*/ 1216025 w 1320800"/>
                <a:gd name="csY13" fmla="*/ 60325 h 92086"/>
                <a:gd name="csX14" fmla="*/ 1320800 w 1320800"/>
                <a:gd name="csY14" fmla="*/ 60325 h 92086"/>
                <a:gd name="csX15" fmla="*/ 1320800 w 1320800"/>
                <a:gd name="csY15" fmla="*/ 60325 h 920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320800" h="92086">
                  <a:moveTo>
                    <a:pt x="0" y="0"/>
                  </a:moveTo>
                  <a:cubicBezTo>
                    <a:pt x="28310" y="45773"/>
                    <a:pt x="56621" y="91546"/>
                    <a:pt x="85725" y="92075"/>
                  </a:cubicBezTo>
                  <a:cubicBezTo>
                    <a:pt x="114829" y="92604"/>
                    <a:pt x="142875" y="3175"/>
                    <a:pt x="174625" y="3175"/>
                  </a:cubicBezTo>
                  <a:cubicBezTo>
                    <a:pt x="206375" y="3175"/>
                    <a:pt x="241829" y="91017"/>
                    <a:pt x="276225" y="92075"/>
                  </a:cubicBezTo>
                  <a:cubicBezTo>
                    <a:pt x="310621" y="93133"/>
                    <a:pt x="345546" y="9525"/>
                    <a:pt x="381000" y="9525"/>
                  </a:cubicBezTo>
                  <a:cubicBezTo>
                    <a:pt x="416454" y="9525"/>
                    <a:pt x="457200" y="91017"/>
                    <a:pt x="488950" y="92075"/>
                  </a:cubicBezTo>
                  <a:cubicBezTo>
                    <a:pt x="520700" y="93133"/>
                    <a:pt x="541867" y="17992"/>
                    <a:pt x="571500" y="15875"/>
                  </a:cubicBezTo>
                  <a:cubicBezTo>
                    <a:pt x="601133" y="13758"/>
                    <a:pt x="638175" y="80433"/>
                    <a:pt x="666750" y="79375"/>
                  </a:cubicBezTo>
                  <a:cubicBezTo>
                    <a:pt x="695325" y="78317"/>
                    <a:pt x="712258" y="8996"/>
                    <a:pt x="742950" y="9525"/>
                  </a:cubicBezTo>
                  <a:cubicBezTo>
                    <a:pt x="773642" y="10054"/>
                    <a:pt x="817563" y="82021"/>
                    <a:pt x="850900" y="82550"/>
                  </a:cubicBezTo>
                  <a:cubicBezTo>
                    <a:pt x="884237" y="83079"/>
                    <a:pt x="914400" y="13758"/>
                    <a:pt x="942975" y="12700"/>
                  </a:cubicBezTo>
                  <a:cubicBezTo>
                    <a:pt x="971550" y="11642"/>
                    <a:pt x="991658" y="76200"/>
                    <a:pt x="1022350" y="76200"/>
                  </a:cubicBezTo>
                  <a:cubicBezTo>
                    <a:pt x="1053042" y="76200"/>
                    <a:pt x="1094846" y="15346"/>
                    <a:pt x="1127125" y="12700"/>
                  </a:cubicBezTo>
                  <a:cubicBezTo>
                    <a:pt x="1159404" y="10054"/>
                    <a:pt x="1183746" y="52388"/>
                    <a:pt x="1216025" y="60325"/>
                  </a:cubicBezTo>
                  <a:cubicBezTo>
                    <a:pt x="1248304" y="68262"/>
                    <a:pt x="1320800" y="60325"/>
                    <a:pt x="1320800" y="60325"/>
                  </a:cubicBezTo>
                  <a:lnTo>
                    <a:pt x="1320800" y="60325"/>
                  </a:lnTo>
                </a:path>
              </a:pathLst>
            </a:custGeom>
            <a:noFill/>
            <a:ln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9" name="流程图: 终止 178">
              <a:extLst>
                <a:ext uri="{FF2B5EF4-FFF2-40B4-BE49-F238E27FC236}">
                  <a16:creationId xmlns:a16="http://schemas.microsoft.com/office/drawing/2014/main" id="{5BDC7FA9-D7C2-1720-3D8F-8320E605093E}"/>
                </a:ext>
              </a:extLst>
            </p:cNvPr>
            <p:cNvSpPr/>
            <p:nvPr/>
          </p:nvSpPr>
          <p:spPr>
            <a:xfrm>
              <a:off x="9112150" y="1314081"/>
              <a:ext cx="852362" cy="445294"/>
            </a:xfrm>
            <a:prstGeom prst="flowChartTermina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0" name="等腰三角形 179">
              <a:extLst>
                <a:ext uri="{FF2B5EF4-FFF2-40B4-BE49-F238E27FC236}">
                  <a16:creationId xmlns:a16="http://schemas.microsoft.com/office/drawing/2014/main" id="{B0068C8B-6F70-E42A-CDC4-67E9130E777F}"/>
                </a:ext>
              </a:extLst>
            </p:cNvPr>
            <p:cNvSpPr/>
            <p:nvPr/>
          </p:nvSpPr>
          <p:spPr>
            <a:xfrm rot="5400000">
              <a:off x="9557103" y="1257133"/>
              <a:ext cx="72838" cy="110383"/>
            </a:xfrm>
            <a:prstGeom prst="triangl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1" name="等腰三角形 180">
              <a:extLst>
                <a:ext uri="{FF2B5EF4-FFF2-40B4-BE49-F238E27FC236}">
                  <a16:creationId xmlns:a16="http://schemas.microsoft.com/office/drawing/2014/main" id="{ADAACB5B-2BB6-AFCA-1053-86A690B5C4FC}"/>
                </a:ext>
              </a:extLst>
            </p:cNvPr>
            <p:cNvSpPr/>
            <p:nvPr/>
          </p:nvSpPr>
          <p:spPr>
            <a:xfrm rot="16200000">
              <a:off x="9557103" y="1709382"/>
              <a:ext cx="72838" cy="110383"/>
            </a:xfrm>
            <a:prstGeom prst="triangl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2" name="文本框 181">
              <a:extLst>
                <a:ext uri="{FF2B5EF4-FFF2-40B4-BE49-F238E27FC236}">
                  <a16:creationId xmlns:a16="http://schemas.microsoft.com/office/drawing/2014/main" id="{365D9D50-D518-E509-0687-7F588C4639C5}"/>
                </a:ext>
              </a:extLst>
            </p:cNvPr>
            <p:cNvSpPr txBox="1"/>
            <p:nvPr/>
          </p:nvSpPr>
          <p:spPr>
            <a:xfrm>
              <a:off x="9276623" y="949301"/>
              <a:ext cx="586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a(</a:t>
              </a:r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3" name="文本框 182">
              <a:extLst>
                <a:ext uri="{FF2B5EF4-FFF2-40B4-BE49-F238E27FC236}">
                  <a16:creationId xmlns:a16="http://schemas.microsoft.com/office/drawing/2014/main" id="{F61F6526-1FB7-6DCE-0F81-C3CC42C8590F}"/>
                </a:ext>
              </a:extLst>
            </p:cNvPr>
            <p:cNvSpPr txBox="1"/>
            <p:nvPr/>
          </p:nvSpPr>
          <p:spPr>
            <a:xfrm>
              <a:off x="8000708" y="927174"/>
              <a:ext cx="586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4" name="文本框 183">
              <a:extLst>
                <a:ext uri="{FF2B5EF4-FFF2-40B4-BE49-F238E27FC236}">
                  <a16:creationId xmlns:a16="http://schemas.microsoft.com/office/drawing/2014/main" id="{14F4A9F1-E191-7068-DEB0-9B623B006E68}"/>
                </a:ext>
              </a:extLst>
            </p:cNvPr>
            <p:cNvSpPr txBox="1"/>
            <p:nvPr/>
          </p:nvSpPr>
          <p:spPr>
            <a:xfrm>
              <a:off x="7954984" y="1673570"/>
              <a:ext cx="7312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85" name="对象 184">
              <a:extLst>
                <a:ext uri="{FF2B5EF4-FFF2-40B4-BE49-F238E27FC236}">
                  <a16:creationId xmlns:a16="http://schemas.microsoft.com/office/drawing/2014/main" id="{4B40137C-247B-2C28-F847-808503B5197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38370108"/>
                </p:ext>
              </p:extLst>
            </p:nvPr>
          </p:nvGraphicFramePr>
          <p:xfrm>
            <a:off x="8488083" y="2106362"/>
            <a:ext cx="523515" cy="2317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359838" imgH="158387" progId="Equation.DSMT4">
                    <p:embed/>
                  </p:oleObj>
                </mc:Choice>
                <mc:Fallback>
                  <p:oleObj name="Equation" r:id="rId5" imgW="359838" imgH="158387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8488083" y="2106362"/>
                          <a:ext cx="523515" cy="23173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1" name="文本框 190">
              <a:extLst>
                <a:ext uri="{FF2B5EF4-FFF2-40B4-BE49-F238E27FC236}">
                  <a16:creationId xmlns:a16="http://schemas.microsoft.com/office/drawing/2014/main" id="{72973189-B36E-8910-EAC0-04C3A9FEF50A}"/>
                </a:ext>
              </a:extLst>
            </p:cNvPr>
            <p:cNvSpPr txBox="1"/>
            <p:nvPr/>
          </p:nvSpPr>
          <p:spPr>
            <a:xfrm>
              <a:off x="7468357" y="1140752"/>
              <a:ext cx="586331" cy="303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2" name="文本框 191">
              <a:extLst>
                <a:ext uri="{FF2B5EF4-FFF2-40B4-BE49-F238E27FC236}">
                  <a16:creationId xmlns:a16="http://schemas.microsoft.com/office/drawing/2014/main" id="{8B12082B-1D2C-EAD8-2B7C-6B114AAF292D}"/>
                </a:ext>
              </a:extLst>
            </p:cNvPr>
            <p:cNvSpPr txBox="1"/>
            <p:nvPr/>
          </p:nvSpPr>
          <p:spPr>
            <a:xfrm>
              <a:off x="7468357" y="1512381"/>
              <a:ext cx="295875" cy="303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8" name="文本框 187">
            <a:extLst>
              <a:ext uri="{FF2B5EF4-FFF2-40B4-BE49-F238E27FC236}">
                <a16:creationId xmlns:a16="http://schemas.microsoft.com/office/drawing/2014/main" id="{B5901001-1AAC-4EE8-8641-C803C44B26F6}"/>
              </a:ext>
            </a:extLst>
          </p:cNvPr>
          <p:cNvSpPr txBox="1"/>
          <p:nvPr/>
        </p:nvSpPr>
        <p:spPr>
          <a:xfrm>
            <a:off x="221615" y="2255202"/>
            <a:ext cx="2370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两边同时积分：</a:t>
            </a:r>
          </a:p>
        </p:txBody>
      </p:sp>
      <p:graphicFrame>
        <p:nvGraphicFramePr>
          <p:cNvPr id="189" name="对象 188">
            <a:extLst>
              <a:ext uri="{FF2B5EF4-FFF2-40B4-BE49-F238E27FC236}">
                <a16:creationId xmlns:a16="http://schemas.microsoft.com/office/drawing/2014/main" id="{5A26471F-DB38-AF53-CC35-6229D1FC06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3428654"/>
              </p:ext>
            </p:extLst>
          </p:nvPr>
        </p:nvGraphicFramePr>
        <p:xfrm>
          <a:off x="1845049" y="2096251"/>
          <a:ext cx="5771138" cy="620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682790" imgH="503736" progId="Equation.DSMT4">
                  <p:embed/>
                </p:oleObj>
              </mc:Choice>
              <mc:Fallback>
                <p:oleObj name="Equation" r:id="rId7" imgW="4682790" imgH="50373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45049" y="2096251"/>
                        <a:ext cx="5771138" cy="6201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" name="对象 189">
            <a:extLst>
              <a:ext uri="{FF2B5EF4-FFF2-40B4-BE49-F238E27FC236}">
                <a16:creationId xmlns:a16="http://schemas.microsoft.com/office/drawing/2014/main" id="{5EAF76ED-3CBA-4967-62F1-5F8A7A39AD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4712328"/>
              </p:ext>
            </p:extLst>
          </p:nvPr>
        </p:nvGraphicFramePr>
        <p:xfrm>
          <a:off x="2892175" y="2808847"/>
          <a:ext cx="2203336" cy="620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815526" imgH="503736" progId="Equation.DSMT4">
                  <p:embed/>
                </p:oleObj>
              </mc:Choice>
              <mc:Fallback>
                <p:oleObj name="Equation" r:id="rId9" imgW="1815526" imgH="503736" progId="Equation.DSMT4">
                  <p:embed/>
                  <p:pic>
                    <p:nvPicPr>
                      <p:cNvPr id="189" name="对象 188">
                        <a:extLst>
                          <a:ext uri="{FF2B5EF4-FFF2-40B4-BE49-F238E27FC236}">
                            <a16:creationId xmlns:a16="http://schemas.microsoft.com/office/drawing/2014/main" id="{5A26471F-DB38-AF53-CC35-6229D1FC06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892175" y="2808847"/>
                        <a:ext cx="2203336" cy="620153"/>
                      </a:xfrm>
                      <a:prstGeom prst="rect">
                        <a:avLst/>
                      </a:prstGeom>
                      <a:ln>
                        <a:solidFill>
                          <a:srgbClr val="EE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3" name="文本框 192">
            <a:extLst>
              <a:ext uri="{FF2B5EF4-FFF2-40B4-BE49-F238E27FC236}">
                <a16:creationId xmlns:a16="http://schemas.microsoft.com/office/drawing/2014/main" id="{880AF2AA-1A1E-CD1A-7A5B-F3C25106514B}"/>
              </a:ext>
            </a:extLst>
          </p:cNvPr>
          <p:cNvSpPr txBox="1"/>
          <p:nvPr/>
        </p:nvSpPr>
        <p:spPr>
          <a:xfrm>
            <a:off x="323071" y="1830837"/>
            <a:ext cx="2370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" name="文本框 193">
            <a:extLst>
              <a:ext uri="{FF2B5EF4-FFF2-40B4-BE49-F238E27FC236}">
                <a16:creationId xmlns:a16="http://schemas.microsoft.com/office/drawing/2014/main" id="{B6E023BD-F04D-1E2D-5850-2FCE395510CE}"/>
              </a:ext>
            </a:extLst>
          </p:cNvPr>
          <p:cNvSpPr txBox="1"/>
          <p:nvPr/>
        </p:nvSpPr>
        <p:spPr>
          <a:xfrm>
            <a:off x="300375" y="3457682"/>
            <a:ext cx="970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5" name="对象 194">
            <a:extLst>
              <a:ext uri="{FF2B5EF4-FFF2-40B4-BE49-F238E27FC236}">
                <a16:creationId xmlns:a16="http://schemas.microsoft.com/office/drawing/2014/main" id="{F61C2C92-74ED-20F3-2940-98037B7365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9363504"/>
              </p:ext>
            </p:extLst>
          </p:nvPr>
        </p:nvGraphicFramePr>
        <p:xfrm>
          <a:off x="1726806" y="3628911"/>
          <a:ext cx="6007623" cy="6465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668494" imgH="503736" progId="Equation.DSMT4">
                  <p:embed/>
                </p:oleObj>
              </mc:Choice>
              <mc:Fallback>
                <p:oleObj name="Equation" r:id="rId11" imgW="4668494" imgH="50373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726806" y="3628911"/>
                        <a:ext cx="6007623" cy="6465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" name="对象 195">
            <a:extLst>
              <a:ext uri="{FF2B5EF4-FFF2-40B4-BE49-F238E27FC236}">
                <a16:creationId xmlns:a16="http://schemas.microsoft.com/office/drawing/2014/main" id="{7532482C-E64C-DFAA-97D5-2E8B83A32D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8811248"/>
              </p:ext>
            </p:extLst>
          </p:nvPr>
        </p:nvGraphicFramePr>
        <p:xfrm>
          <a:off x="2887298" y="4433377"/>
          <a:ext cx="2208213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873116" imgH="503736" progId="Equation.DSMT4">
                  <p:embed/>
                </p:oleObj>
              </mc:Choice>
              <mc:Fallback>
                <p:oleObj name="Equation" r:id="rId13" imgW="1873116" imgH="50373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887298" y="4433377"/>
                        <a:ext cx="2208213" cy="620713"/>
                      </a:xfrm>
                      <a:prstGeom prst="rect">
                        <a:avLst/>
                      </a:prstGeom>
                      <a:ln>
                        <a:solidFill>
                          <a:srgbClr val="EE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" name="对象 196">
            <a:extLst>
              <a:ext uri="{FF2B5EF4-FFF2-40B4-BE49-F238E27FC236}">
                <a16:creationId xmlns:a16="http://schemas.microsoft.com/office/drawing/2014/main" id="{ED8E61F3-9098-A237-C90C-C1E19C03D9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4530355"/>
              </p:ext>
            </p:extLst>
          </p:nvPr>
        </p:nvGraphicFramePr>
        <p:xfrm>
          <a:off x="8598370" y="2787637"/>
          <a:ext cx="3301018" cy="6549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391838" imgH="475161" progId="Equation.DSMT4">
                  <p:embed/>
                </p:oleObj>
              </mc:Choice>
              <mc:Fallback>
                <p:oleObj name="Equation" r:id="rId15" imgW="2391838" imgH="475161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598370" y="2787637"/>
                        <a:ext cx="3301018" cy="6549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" name="对象 197">
            <a:extLst>
              <a:ext uri="{FF2B5EF4-FFF2-40B4-BE49-F238E27FC236}">
                <a16:creationId xmlns:a16="http://schemas.microsoft.com/office/drawing/2014/main" id="{4432CF46-2D57-EC16-9C46-273C4C26AF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5039724"/>
              </p:ext>
            </p:extLst>
          </p:nvPr>
        </p:nvGraphicFramePr>
        <p:xfrm>
          <a:off x="8546184" y="3575290"/>
          <a:ext cx="3301017" cy="64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420429" imgH="475161" progId="Equation.DSMT4">
                  <p:embed/>
                </p:oleObj>
              </mc:Choice>
              <mc:Fallback>
                <p:oleObj name="Equation" r:id="rId17" imgW="2420429" imgH="475161" progId="Equation.DSMT4">
                  <p:embed/>
                  <p:pic>
                    <p:nvPicPr>
                      <p:cNvPr id="197" name="对象 196">
                        <a:extLst>
                          <a:ext uri="{FF2B5EF4-FFF2-40B4-BE49-F238E27FC236}">
                            <a16:creationId xmlns:a16="http://schemas.microsoft.com/office/drawing/2014/main" id="{ED8E61F3-9098-A237-C90C-C1E19C03D9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546184" y="3575290"/>
                        <a:ext cx="3301017" cy="6480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" name="对象 200">
            <a:extLst>
              <a:ext uri="{FF2B5EF4-FFF2-40B4-BE49-F238E27FC236}">
                <a16:creationId xmlns:a16="http://schemas.microsoft.com/office/drawing/2014/main" id="{8A4DBB89-D035-693E-6B20-3D4902A8FD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7156734"/>
              </p:ext>
            </p:extLst>
          </p:nvPr>
        </p:nvGraphicFramePr>
        <p:xfrm>
          <a:off x="3778563" y="5719866"/>
          <a:ext cx="2900607" cy="516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613755" imgH="287791" progId="Equation.DSMT4">
                  <p:embed/>
                </p:oleObj>
              </mc:Choice>
              <mc:Fallback>
                <p:oleObj name="Equation" r:id="rId19" imgW="1613755" imgH="287791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778563" y="5719866"/>
                        <a:ext cx="2900607" cy="516235"/>
                      </a:xfrm>
                      <a:prstGeom prst="rect">
                        <a:avLst/>
                      </a:prstGeom>
                      <a:ln>
                        <a:solidFill>
                          <a:srgbClr val="EE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3" name="文本框 202">
            <a:extLst>
              <a:ext uri="{FF2B5EF4-FFF2-40B4-BE49-F238E27FC236}">
                <a16:creationId xmlns:a16="http://schemas.microsoft.com/office/drawing/2014/main" id="{E3C195A3-6A23-A314-5719-0766DC848CF4}"/>
              </a:ext>
            </a:extLst>
          </p:cNvPr>
          <p:cNvSpPr txBox="1"/>
          <p:nvPr/>
        </p:nvSpPr>
        <p:spPr>
          <a:xfrm>
            <a:off x="1406807" y="5793317"/>
            <a:ext cx="2270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input–output relation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4281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5AD06-5CF2-397E-9432-6BA823DE6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文本框 6">
            <a:extLst>
              <a:ext uri="{FF2B5EF4-FFF2-40B4-BE49-F238E27FC236}">
                <a16:creationId xmlns:a16="http://schemas.microsoft.com/office/drawing/2014/main" id="{AE150D1E-68E2-1E17-7C96-6072FB3B2D74}"/>
              </a:ext>
            </a:extLst>
          </p:cNvPr>
          <p:cNvSpPr/>
          <p:nvPr/>
        </p:nvSpPr>
        <p:spPr>
          <a:xfrm>
            <a:off x="0" y="94688"/>
            <a:ext cx="2592000" cy="51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/>
            <a:r>
              <a:rPr lang="zh-CN" altLang="en-US" sz="2800" spc="-1" dirty="0">
                <a:solidFill>
                  <a:schemeClr val="dk1"/>
                </a:solidFill>
                <a:latin typeface="微软雅黑"/>
                <a:ea typeface="微软雅黑"/>
              </a:rPr>
              <a:t>文献阅读情况</a:t>
            </a:r>
            <a:endParaRPr lang="en-US" sz="2800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7" name="直接连接符 4">
            <a:extLst>
              <a:ext uri="{FF2B5EF4-FFF2-40B4-BE49-F238E27FC236}">
                <a16:creationId xmlns:a16="http://schemas.microsoft.com/office/drawing/2014/main" id="{86C61EB4-1B63-4C66-1924-CDC8730D5C30}"/>
              </a:ext>
            </a:extLst>
          </p:cNvPr>
          <p:cNvCxnSpPr>
            <a:cxnSpLocks/>
          </p:cNvCxnSpPr>
          <p:nvPr/>
        </p:nvCxnSpPr>
        <p:spPr>
          <a:xfrm>
            <a:off x="0" y="759600"/>
            <a:ext cx="12145108" cy="0"/>
          </a:xfrm>
          <a:prstGeom prst="straightConnector1">
            <a:avLst/>
          </a:prstGeom>
          <a:ln w="76320" cap="rnd">
            <a:solidFill>
              <a:srgbClr val="186299"/>
            </a:solidFill>
            <a:round/>
          </a:ln>
        </p:spPr>
      </p:cxnSp>
      <p:grpSp>
        <p:nvGrpSpPr>
          <p:cNvPr id="6" name="组合 5">
            <a:extLst>
              <a:ext uri="{FF2B5EF4-FFF2-40B4-BE49-F238E27FC236}">
                <a16:creationId xmlns:a16="http://schemas.microsoft.com/office/drawing/2014/main" id="{A64D131D-0B2A-4C58-073D-5CBCF337568A}"/>
              </a:ext>
            </a:extLst>
          </p:cNvPr>
          <p:cNvGrpSpPr/>
          <p:nvPr/>
        </p:nvGrpSpPr>
        <p:grpSpPr>
          <a:xfrm>
            <a:off x="6939396" y="2132968"/>
            <a:ext cx="4592329" cy="1751802"/>
            <a:chOff x="7190681" y="988223"/>
            <a:chExt cx="4592329" cy="1751802"/>
          </a:xfrm>
        </p:grpSpPr>
        <p:grpSp>
          <p:nvGrpSpPr>
            <p:cNvPr id="206" name="组合 205">
              <a:extLst>
                <a:ext uri="{FF2B5EF4-FFF2-40B4-BE49-F238E27FC236}">
                  <a16:creationId xmlns:a16="http://schemas.microsoft.com/office/drawing/2014/main" id="{D4158E65-7BF9-9F7E-BB09-54290F784632}"/>
                </a:ext>
              </a:extLst>
            </p:cNvPr>
            <p:cNvGrpSpPr/>
            <p:nvPr/>
          </p:nvGrpSpPr>
          <p:grpSpPr>
            <a:xfrm>
              <a:off x="8910545" y="1151271"/>
              <a:ext cx="66650" cy="1130450"/>
              <a:chOff x="8701084" y="1050324"/>
              <a:chExt cx="53678" cy="928751"/>
            </a:xfrm>
          </p:grpSpPr>
          <p:cxnSp>
            <p:nvCxnSpPr>
              <p:cNvPr id="237" name="直接连接符 236">
                <a:extLst>
                  <a:ext uri="{FF2B5EF4-FFF2-40B4-BE49-F238E27FC236}">
                    <a16:creationId xmlns:a16="http://schemas.microsoft.com/office/drawing/2014/main" id="{DF32B16E-15DF-B285-3896-2DF2E03462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54762" y="1050324"/>
                <a:ext cx="0" cy="908222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8" name="直接连接符 237">
                <a:extLst>
                  <a:ext uri="{FF2B5EF4-FFF2-40B4-BE49-F238E27FC236}">
                    <a16:creationId xmlns:a16="http://schemas.microsoft.com/office/drawing/2014/main" id="{0632114C-17FC-1BD5-696E-57A0842B7DD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01088" y="1064419"/>
                <a:ext cx="47625" cy="5644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9" name="直接连接符 238">
                <a:extLst>
                  <a:ext uri="{FF2B5EF4-FFF2-40B4-BE49-F238E27FC236}">
                    <a16:creationId xmlns:a16="http://schemas.microsoft.com/office/drawing/2014/main" id="{451E2938-7FD8-E1A9-7710-BFE39EA1099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01087" y="1122004"/>
                <a:ext cx="47625" cy="5644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0" name="直接连接符 239">
                <a:extLst>
                  <a:ext uri="{FF2B5EF4-FFF2-40B4-BE49-F238E27FC236}">
                    <a16:creationId xmlns:a16="http://schemas.microsoft.com/office/drawing/2014/main" id="{2A3C11C9-1337-C817-1769-CC233ED3A46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01087" y="1178444"/>
                <a:ext cx="47625" cy="5644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1" name="直接连接符 240">
                <a:extLst>
                  <a:ext uri="{FF2B5EF4-FFF2-40B4-BE49-F238E27FC236}">
                    <a16:creationId xmlns:a16="http://schemas.microsoft.com/office/drawing/2014/main" id="{30E47268-03B3-6DDF-498A-E8E26BF9E37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01086" y="1236029"/>
                <a:ext cx="47625" cy="5644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2" name="直接连接符 241">
                <a:extLst>
                  <a:ext uri="{FF2B5EF4-FFF2-40B4-BE49-F238E27FC236}">
                    <a16:creationId xmlns:a16="http://schemas.microsoft.com/office/drawing/2014/main" id="{3EAE52FF-4D7C-5BD4-0DC2-CC38AF8C7B8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01087" y="1292469"/>
                <a:ext cx="47625" cy="5644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3" name="直接连接符 242">
                <a:extLst>
                  <a:ext uri="{FF2B5EF4-FFF2-40B4-BE49-F238E27FC236}">
                    <a16:creationId xmlns:a16="http://schemas.microsoft.com/office/drawing/2014/main" id="{8DCB3517-9602-3EAA-C408-03FE8F53A7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01086" y="1350054"/>
                <a:ext cx="47625" cy="5644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4" name="直接连接符 243">
                <a:extLst>
                  <a:ext uri="{FF2B5EF4-FFF2-40B4-BE49-F238E27FC236}">
                    <a16:creationId xmlns:a16="http://schemas.microsoft.com/office/drawing/2014/main" id="{3D2152FD-684F-AC11-36AF-10A2B59F4B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01087" y="1406494"/>
                <a:ext cx="47625" cy="5644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5" name="直接连接符 244">
                <a:extLst>
                  <a:ext uri="{FF2B5EF4-FFF2-40B4-BE49-F238E27FC236}">
                    <a16:creationId xmlns:a16="http://schemas.microsoft.com/office/drawing/2014/main" id="{E3DD6667-BD4E-E5E8-648E-D5C5D943B70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01086" y="1464079"/>
                <a:ext cx="47625" cy="5644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6" name="直接连接符 245">
                <a:extLst>
                  <a:ext uri="{FF2B5EF4-FFF2-40B4-BE49-F238E27FC236}">
                    <a16:creationId xmlns:a16="http://schemas.microsoft.com/office/drawing/2014/main" id="{00A32AAD-B535-84AC-3B07-142006788FD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01086" y="1520519"/>
                <a:ext cx="47625" cy="5644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7" name="直接连接符 246">
                <a:extLst>
                  <a:ext uri="{FF2B5EF4-FFF2-40B4-BE49-F238E27FC236}">
                    <a16:creationId xmlns:a16="http://schemas.microsoft.com/office/drawing/2014/main" id="{B10EA288-4B9B-2DE8-4645-AA5722AD507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01085" y="1578104"/>
                <a:ext cx="47625" cy="5644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8" name="直接连接符 247">
                <a:extLst>
                  <a:ext uri="{FF2B5EF4-FFF2-40B4-BE49-F238E27FC236}">
                    <a16:creationId xmlns:a16="http://schemas.microsoft.com/office/drawing/2014/main" id="{819CC796-43B2-493E-98F6-D2CF96F7F25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01085" y="1634544"/>
                <a:ext cx="47625" cy="5644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9" name="直接连接符 248">
                <a:extLst>
                  <a:ext uri="{FF2B5EF4-FFF2-40B4-BE49-F238E27FC236}">
                    <a16:creationId xmlns:a16="http://schemas.microsoft.com/office/drawing/2014/main" id="{9A3280A7-30C5-66A1-2D74-1C41265000E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01084" y="1692129"/>
                <a:ext cx="47625" cy="5644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0" name="直接连接符 249">
                <a:extLst>
                  <a:ext uri="{FF2B5EF4-FFF2-40B4-BE49-F238E27FC236}">
                    <a16:creationId xmlns:a16="http://schemas.microsoft.com/office/drawing/2014/main" id="{7B7613A6-3C22-461F-0412-A615CAD4A3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04111" y="1748569"/>
                <a:ext cx="47625" cy="5644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1" name="直接连接符 250">
                <a:extLst>
                  <a:ext uri="{FF2B5EF4-FFF2-40B4-BE49-F238E27FC236}">
                    <a16:creationId xmlns:a16="http://schemas.microsoft.com/office/drawing/2014/main" id="{D379748B-7784-36DB-B7CC-DA2A8137A2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04110" y="1806154"/>
                <a:ext cx="47625" cy="5644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2" name="直接连接符 251">
                <a:extLst>
                  <a:ext uri="{FF2B5EF4-FFF2-40B4-BE49-F238E27FC236}">
                    <a16:creationId xmlns:a16="http://schemas.microsoft.com/office/drawing/2014/main" id="{0A7761F1-41F6-AD82-8562-FFBB46BACCA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01085" y="1865050"/>
                <a:ext cx="47625" cy="5644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3" name="直接连接符 252">
                <a:extLst>
                  <a:ext uri="{FF2B5EF4-FFF2-40B4-BE49-F238E27FC236}">
                    <a16:creationId xmlns:a16="http://schemas.microsoft.com/office/drawing/2014/main" id="{E95266ED-7000-8EB4-1CE1-28B31B62FE9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01084" y="1922635"/>
                <a:ext cx="47625" cy="5644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07" name="组合 206">
              <a:extLst>
                <a:ext uri="{FF2B5EF4-FFF2-40B4-BE49-F238E27FC236}">
                  <a16:creationId xmlns:a16="http://schemas.microsoft.com/office/drawing/2014/main" id="{DD324967-EFF8-C377-09AF-2337AD0EA75F}"/>
                </a:ext>
              </a:extLst>
            </p:cNvPr>
            <p:cNvGrpSpPr/>
            <p:nvPr/>
          </p:nvGrpSpPr>
          <p:grpSpPr>
            <a:xfrm>
              <a:off x="10559629" y="1151271"/>
              <a:ext cx="66650" cy="1117297"/>
              <a:chOff x="9716787" y="1061130"/>
              <a:chExt cx="53678" cy="917945"/>
            </a:xfrm>
          </p:grpSpPr>
          <p:cxnSp>
            <p:nvCxnSpPr>
              <p:cNvPr id="219" name="直接连接符 218">
                <a:extLst>
                  <a:ext uri="{FF2B5EF4-FFF2-40B4-BE49-F238E27FC236}">
                    <a16:creationId xmlns:a16="http://schemas.microsoft.com/office/drawing/2014/main" id="{9C96D2AA-C35C-7BC2-6E00-AA36C6F660C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16787" y="1061130"/>
                <a:ext cx="0" cy="908222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220" name="组合 219">
                <a:extLst>
                  <a:ext uri="{FF2B5EF4-FFF2-40B4-BE49-F238E27FC236}">
                    <a16:creationId xmlns:a16="http://schemas.microsoft.com/office/drawing/2014/main" id="{806C1FD1-9DC9-587B-22FE-5060466C5FDC}"/>
                  </a:ext>
                </a:extLst>
              </p:cNvPr>
              <p:cNvGrpSpPr/>
              <p:nvPr/>
            </p:nvGrpSpPr>
            <p:grpSpPr>
              <a:xfrm>
                <a:off x="9719813" y="1064419"/>
                <a:ext cx="50652" cy="914656"/>
                <a:chOff x="8853484" y="1216819"/>
                <a:chExt cx="50652" cy="914656"/>
              </a:xfrm>
            </p:grpSpPr>
            <p:cxnSp>
              <p:nvCxnSpPr>
                <p:cNvPr id="221" name="直接连接符 220">
                  <a:extLst>
                    <a:ext uri="{FF2B5EF4-FFF2-40B4-BE49-F238E27FC236}">
                      <a16:creationId xmlns:a16="http://schemas.microsoft.com/office/drawing/2014/main" id="{F9AA1738-8D40-7084-093A-18E0107635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853488" y="1216819"/>
                  <a:ext cx="47625" cy="5644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直接连接符 221">
                  <a:extLst>
                    <a:ext uri="{FF2B5EF4-FFF2-40B4-BE49-F238E27FC236}">
                      <a16:creationId xmlns:a16="http://schemas.microsoft.com/office/drawing/2014/main" id="{04F23EB2-4E25-99CD-F3FB-84CB0FEA62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853487" y="1274404"/>
                  <a:ext cx="47625" cy="5644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3" name="直接连接符 222">
                  <a:extLst>
                    <a:ext uri="{FF2B5EF4-FFF2-40B4-BE49-F238E27FC236}">
                      <a16:creationId xmlns:a16="http://schemas.microsoft.com/office/drawing/2014/main" id="{3B84815A-B38B-B8D3-C16F-152E4A9FCA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853487" y="1330844"/>
                  <a:ext cx="47625" cy="5644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直接连接符 223">
                  <a:extLst>
                    <a:ext uri="{FF2B5EF4-FFF2-40B4-BE49-F238E27FC236}">
                      <a16:creationId xmlns:a16="http://schemas.microsoft.com/office/drawing/2014/main" id="{9F98B49F-F59B-10BC-3F03-ADA2B1A98B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853486" y="1388429"/>
                  <a:ext cx="47625" cy="5644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5" name="直接连接符 224">
                  <a:extLst>
                    <a:ext uri="{FF2B5EF4-FFF2-40B4-BE49-F238E27FC236}">
                      <a16:creationId xmlns:a16="http://schemas.microsoft.com/office/drawing/2014/main" id="{ED75FE95-6B45-B683-85C7-55925C8502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853487" y="1444869"/>
                  <a:ext cx="47625" cy="5644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直接连接符 225">
                  <a:extLst>
                    <a:ext uri="{FF2B5EF4-FFF2-40B4-BE49-F238E27FC236}">
                      <a16:creationId xmlns:a16="http://schemas.microsoft.com/office/drawing/2014/main" id="{58A9E233-0481-E386-4148-EA5F20E6F0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853486" y="1502454"/>
                  <a:ext cx="47625" cy="5644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7" name="直接连接符 226">
                  <a:extLst>
                    <a:ext uri="{FF2B5EF4-FFF2-40B4-BE49-F238E27FC236}">
                      <a16:creationId xmlns:a16="http://schemas.microsoft.com/office/drawing/2014/main" id="{BC676709-DF59-7D84-E9D7-D85CFC1609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853487" y="1558894"/>
                  <a:ext cx="47625" cy="5644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直接连接符 227">
                  <a:extLst>
                    <a:ext uri="{FF2B5EF4-FFF2-40B4-BE49-F238E27FC236}">
                      <a16:creationId xmlns:a16="http://schemas.microsoft.com/office/drawing/2014/main" id="{EAD2C956-51C9-C8AB-57A3-AC259C7AD1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853486" y="1616479"/>
                  <a:ext cx="47625" cy="5644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直接连接符 228">
                  <a:extLst>
                    <a:ext uri="{FF2B5EF4-FFF2-40B4-BE49-F238E27FC236}">
                      <a16:creationId xmlns:a16="http://schemas.microsoft.com/office/drawing/2014/main" id="{010284B8-8700-D710-2641-1058AE4BB4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853486" y="1672919"/>
                  <a:ext cx="47625" cy="5644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直接连接符 229">
                  <a:extLst>
                    <a:ext uri="{FF2B5EF4-FFF2-40B4-BE49-F238E27FC236}">
                      <a16:creationId xmlns:a16="http://schemas.microsoft.com/office/drawing/2014/main" id="{AA817B9A-B059-47AC-BF48-D74BF0E006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853485" y="1730504"/>
                  <a:ext cx="47625" cy="5644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直接连接符 230">
                  <a:extLst>
                    <a:ext uri="{FF2B5EF4-FFF2-40B4-BE49-F238E27FC236}">
                      <a16:creationId xmlns:a16="http://schemas.microsoft.com/office/drawing/2014/main" id="{4469881B-F8B4-039F-5E5F-3AA419BF8C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853485" y="1786944"/>
                  <a:ext cx="47625" cy="5644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直接连接符 231">
                  <a:extLst>
                    <a:ext uri="{FF2B5EF4-FFF2-40B4-BE49-F238E27FC236}">
                      <a16:creationId xmlns:a16="http://schemas.microsoft.com/office/drawing/2014/main" id="{03840F0A-8235-F7DA-B648-A53DB079E8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853484" y="1844529"/>
                  <a:ext cx="47625" cy="5644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直接连接符 232">
                  <a:extLst>
                    <a:ext uri="{FF2B5EF4-FFF2-40B4-BE49-F238E27FC236}">
                      <a16:creationId xmlns:a16="http://schemas.microsoft.com/office/drawing/2014/main" id="{C3C1C957-0853-5E19-357E-70CD7EAF5E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856511" y="1900969"/>
                  <a:ext cx="47625" cy="5644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4" name="直接连接符 233">
                  <a:extLst>
                    <a:ext uri="{FF2B5EF4-FFF2-40B4-BE49-F238E27FC236}">
                      <a16:creationId xmlns:a16="http://schemas.microsoft.com/office/drawing/2014/main" id="{D9C61FD7-E304-C01D-65DB-FB5D03F911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856510" y="1958554"/>
                  <a:ext cx="47625" cy="5644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直接连接符 234">
                  <a:extLst>
                    <a:ext uri="{FF2B5EF4-FFF2-40B4-BE49-F238E27FC236}">
                      <a16:creationId xmlns:a16="http://schemas.microsoft.com/office/drawing/2014/main" id="{E8DD82DC-F9C2-65F3-0BAC-E38D404305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853485" y="2017450"/>
                  <a:ext cx="47625" cy="5644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6" name="直接连接符 235">
                  <a:extLst>
                    <a:ext uri="{FF2B5EF4-FFF2-40B4-BE49-F238E27FC236}">
                      <a16:creationId xmlns:a16="http://schemas.microsoft.com/office/drawing/2014/main" id="{7375ECCC-75AA-6ABE-BA4D-BC98A235BB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853484" y="2075035"/>
                  <a:ext cx="47625" cy="5644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08" name="任意多边形: 形状 207">
              <a:extLst>
                <a:ext uri="{FF2B5EF4-FFF2-40B4-BE49-F238E27FC236}">
                  <a16:creationId xmlns:a16="http://schemas.microsoft.com/office/drawing/2014/main" id="{826EECD6-930D-E238-EDE9-F3EB171ECE97}"/>
                </a:ext>
              </a:extLst>
            </p:cNvPr>
            <p:cNvSpPr/>
            <p:nvPr/>
          </p:nvSpPr>
          <p:spPr>
            <a:xfrm>
              <a:off x="7590104" y="1439356"/>
              <a:ext cx="1099898" cy="112085"/>
            </a:xfrm>
            <a:custGeom>
              <a:avLst/>
              <a:gdLst>
                <a:gd name="csX0" fmla="*/ 0 w 1320800"/>
                <a:gd name="csY0" fmla="*/ 0 h 92086"/>
                <a:gd name="csX1" fmla="*/ 85725 w 1320800"/>
                <a:gd name="csY1" fmla="*/ 92075 h 92086"/>
                <a:gd name="csX2" fmla="*/ 174625 w 1320800"/>
                <a:gd name="csY2" fmla="*/ 3175 h 92086"/>
                <a:gd name="csX3" fmla="*/ 276225 w 1320800"/>
                <a:gd name="csY3" fmla="*/ 92075 h 92086"/>
                <a:gd name="csX4" fmla="*/ 381000 w 1320800"/>
                <a:gd name="csY4" fmla="*/ 9525 h 92086"/>
                <a:gd name="csX5" fmla="*/ 488950 w 1320800"/>
                <a:gd name="csY5" fmla="*/ 92075 h 92086"/>
                <a:gd name="csX6" fmla="*/ 571500 w 1320800"/>
                <a:gd name="csY6" fmla="*/ 15875 h 92086"/>
                <a:gd name="csX7" fmla="*/ 666750 w 1320800"/>
                <a:gd name="csY7" fmla="*/ 79375 h 92086"/>
                <a:gd name="csX8" fmla="*/ 742950 w 1320800"/>
                <a:gd name="csY8" fmla="*/ 9525 h 92086"/>
                <a:gd name="csX9" fmla="*/ 850900 w 1320800"/>
                <a:gd name="csY9" fmla="*/ 82550 h 92086"/>
                <a:gd name="csX10" fmla="*/ 942975 w 1320800"/>
                <a:gd name="csY10" fmla="*/ 12700 h 92086"/>
                <a:gd name="csX11" fmla="*/ 1022350 w 1320800"/>
                <a:gd name="csY11" fmla="*/ 76200 h 92086"/>
                <a:gd name="csX12" fmla="*/ 1127125 w 1320800"/>
                <a:gd name="csY12" fmla="*/ 12700 h 92086"/>
                <a:gd name="csX13" fmla="*/ 1216025 w 1320800"/>
                <a:gd name="csY13" fmla="*/ 60325 h 92086"/>
                <a:gd name="csX14" fmla="*/ 1320800 w 1320800"/>
                <a:gd name="csY14" fmla="*/ 60325 h 92086"/>
                <a:gd name="csX15" fmla="*/ 1320800 w 1320800"/>
                <a:gd name="csY15" fmla="*/ 60325 h 920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320800" h="92086">
                  <a:moveTo>
                    <a:pt x="0" y="0"/>
                  </a:moveTo>
                  <a:cubicBezTo>
                    <a:pt x="28310" y="45773"/>
                    <a:pt x="56621" y="91546"/>
                    <a:pt x="85725" y="92075"/>
                  </a:cubicBezTo>
                  <a:cubicBezTo>
                    <a:pt x="114829" y="92604"/>
                    <a:pt x="142875" y="3175"/>
                    <a:pt x="174625" y="3175"/>
                  </a:cubicBezTo>
                  <a:cubicBezTo>
                    <a:pt x="206375" y="3175"/>
                    <a:pt x="241829" y="91017"/>
                    <a:pt x="276225" y="92075"/>
                  </a:cubicBezTo>
                  <a:cubicBezTo>
                    <a:pt x="310621" y="93133"/>
                    <a:pt x="345546" y="9525"/>
                    <a:pt x="381000" y="9525"/>
                  </a:cubicBezTo>
                  <a:cubicBezTo>
                    <a:pt x="416454" y="9525"/>
                    <a:pt x="457200" y="91017"/>
                    <a:pt x="488950" y="92075"/>
                  </a:cubicBezTo>
                  <a:cubicBezTo>
                    <a:pt x="520700" y="93133"/>
                    <a:pt x="541867" y="17992"/>
                    <a:pt x="571500" y="15875"/>
                  </a:cubicBezTo>
                  <a:cubicBezTo>
                    <a:pt x="601133" y="13758"/>
                    <a:pt x="638175" y="80433"/>
                    <a:pt x="666750" y="79375"/>
                  </a:cubicBezTo>
                  <a:cubicBezTo>
                    <a:pt x="695325" y="78317"/>
                    <a:pt x="712258" y="8996"/>
                    <a:pt x="742950" y="9525"/>
                  </a:cubicBezTo>
                  <a:cubicBezTo>
                    <a:pt x="773642" y="10054"/>
                    <a:pt x="817563" y="82021"/>
                    <a:pt x="850900" y="82550"/>
                  </a:cubicBezTo>
                  <a:cubicBezTo>
                    <a:pt x="884237" y="83079"/>
                    <a:pt x="914400" y="13758"/>
                    <a:pt x="942975" y="12700"/>
                  </a:cubicBezTo>
                  <a:cubicBezTo>
                    <a:pt x="971550" y="11642"/>
                    <a:pt x="991658" y="76200"/>
                    <a:pt x="1022350" y="76200"/>
                  </a:cubicBezTo>
                  <a:cubicBezTo>
                    <a:pt x="1053042" y="76200"/>
                    <a:pt x="1094846" y="15346"/>
                    <a:pt x="1127125" y="12700"/>
                  </a:cubicBezTo>
                  <a:cubicBezTo>
                    <a:pt x="1159404" y="10054"/>
                    <a:pt x="1183746" y="52388"/>
                    <a:pt x="1216025" y="60325"/>
                  </a:cubicBezTo>
                  <a:cubicBezTo>
                    <a:pt x="1248304" y="68262"/>
                    <a:pt x="1320800" y="60325"/>
                    <a:pt x="1320800" y="60325"/>
                  </a:cubicBezTo>
                  <a:lnTo>
                    <a:pt x="1320800" y="60325"/>
                  </a:lnTo>
                </a:path>
              </a:pathLst>
            </a:custGeom>
            <a:noFill/>
            <a:ln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9" name="任意多边形: 形状 208">
              <a:extLst>
                <a:ext uri="{FF2B5EF4-FFF2-40B4-BE49-F238E27FC236}">
                  <a16:creationId xmlns:a16="http://schemas.microsoft.com/office/drawing/2014/main" id="{428B53F2-0EFF-CE9D-2564-E1606F75F556}"/>
                </a:ext>
              </a:extLst>
            </p:cNvPr>
            <p:cNvSpPr/>
            <p:nvPr/>
          </p:nvSpPr>
          <p:spPr>
            <a:xfrm rot="10800000">
              <a:off x="7681957" y="1853725"/>
              <a:ext cx="1099898" cy="112085"/>
            </a:xfrm>
            <a:custGeom>
              <a:avLst/>
              <a:gdLst>
                <a:gd name="csX0" fmla="*/ 0 w 1320800"/>
                <a:gd name="csY0" fmla="*/ 0 h 92086"/>
                <a:gd name="csX1" fmla="*/ 85725 w 1320800"/>
                <a:gd name="csY1" fmla="*/ 92075 h 92086"/>
                <a:gd name="csX2" fmla="*/ 174625 w 1320800"/>
                <a:gd name="csY2" fmla="*/ 3175 h 92086"/>
                <a:gd name="csX3" fmla="*/ 276225 w 1320800"/>
                <a:gd name="csY3" fmla="*/ 92075 h 92086"/>
                <a:gd name="csX4" fmla="*/ 381000 w 1320800"/>
                <a:gd name="csY4" fmla="*/ 9525 h 92086"/>
                <a:gd name="csX5" fmla="*/ 488950 w 1320800"/>
                <a:gd name="csY5" fmla="*/ 92075 h 92086"/>
                <a:gd name="csX6" fmla="*/ 571500 w 1320800"/>
                <a:gd name="csY6" fmla="*/ 15875 h 92086"/>
                <a:gd name="csX7" fmla="*/ 666750 w 1320800"/>
                <a:gd name="csY7" fmla="*/ 79375 h 92086"/>
                <a:gd name="csX8" fmla="*/ 742950 w 1320800"/>
                <a:gd name="csY8" fmla="*/ 9525 h 92086"/>
                <a:gd name="csX9" fmla="*/ 850900 w 1320800"/>
                <a:gd name="csY9" fmla="*/ 82550 h 92086"/>
                <a:gd name="csX10" fmla="*/ 942975 w 1320800"/>
                <a:gd name="csY10" fmla="*/ 12700 h 92086"/>
                <a:gd name="csX11" fmla="*/ 1022350 w 1320800"/>
                <a:gd name="csY11" fmla="*/ 76200 h 92086"/>
                <a:gd name="csX12" fmla="*/ 1127125 w 1320800"/>
                <a:gd name="csY12" fmla="*/ 12700 h 92086"/>
                <a:gd name="csX13" fmla="*/ 1216025 w 1320800"/>
                <a:gd name="csY13" fmla="*/ 60325 h 92086"/>
                <a:gd name="csX14" fmla="*/ 1320800 w 1320800"/>
                <a:gd name="csY14" fmla="*/ 60325 h 92086"/>
                <a:gd name="csX15" fmla="*/ 1320800 w 1320800"/>
                <a:gd name="csY15" fmla="*/ 60325 h 920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320800" h="92086">
                  <a:moveTo>
                    <a:pt x="0" y="0"/>
                  </a:moveTo>
                  <a:cubicBezTo>
                    <a:pt x="28310" y="45773"/>
                    <a:pt x="56621" y="91546"/>
                    <a:pt x="85725" y="92075"/>
                  </a:cubicBezTo>
                  <a:cubicBezTo>
                    <a:pt x="114829" y="92604"/>
                    <a:pt x="142875" y="3175"/>
                    <a:pt x="174625" y="3175"/>
                  </a:cubicBezTo>
                  <a:cubicBezTo>
                    <a:pt x="206375" y="3175"/>
                    <a:pt x="241829" y="91017"/>
                    <a:pt x="276225" y="92075"/>
                  </a:cubicBezTo>
                  <a:cubicBezTo>
                    <a:pt x="310621" y="93133"/>
                    <a:pt x="345546" y="9525"/>
                    <a:pt x="381000" y="9525"/>
                  </a:cubicBezTo>
                  <a:cubicBezTo>
                    <a:pt x="416454" y="9525"/>
                    <a:pt x="457200" y="91017"/>
                    <a:pt x="488950" y="92075"/>
                  </a:cubicBezTo>
                  <a:cubicBezTo>
                    <a:pt x="520700" y="93133"/>
                    <a:pt x="541867" y="17992"/>
                    <a:pt x="571500" y="15875"/>
                  </a:cubicBezTo>
                  <a:cubicBezTo>
                    <a:pt x="601133" y="13758"/>
                    <a:pt x="638175" y="80433"/>
                    <a:pt x="666750" y="79375"/>
                  </a:cubicBezTo>
                  <a:cubicBezTo>
                    <a:pt x="695325" y="78317"/>
                    <a:pt x="712258" y="8996"/>
                    <a:pt x="742950" y="9525"/>
                  </a:cubicBezTo>
                  <a:cubicBezTo>
                    <a:pt x="773642" y="10054"/>
                    <a:pt x="817563" y="82021"/>
                    <a:pt x="850900" y="82550"/>
                  </a:cubicBezTo>
                  <a:cubicBezTo>
                    <a:pt x="884237" y="83079"/>
                    <a:pt x="914400" y="13758"/>
                    <a:pt x="942975" y="12700"/>
                  </a:cubicBezTo>
                  <a:cubicBezTo>
                    <a:pt x="971550" y="11642"/>
                    <a:pt x="991658" y="76200"/>
                    <a:pt x="1022350" y="76200"/>
                  </a:cubicBezTo>
                  <a:cubicBezTo>
                    <a:pt x="1053042" y="76200"/>
                    <a:pt x="1094846" y="15346"/>
                    <a:pt x="1127125" y="12700"/>
                  </a:cubicBezTo>
                  <a:cubicBezTo>
                    <a:pt x="1159404" y="10054"/>
                    <a:pt x="1183746" y="52388"/>
                    <a:pt x="1216025" y="60325"/>
                  </a:cubicBezTo>
                  <a:cubicBezTo>
                    <a:pt x="1248304" y="68262"/>
                    <a:pt x="1320800" y="60325"/>
                    <a:pt x="1320800" y="60325"/>
                  </a:cubicBezTo>
                  <a:lnTo>
                    <a:pt x="1320800" y="60325"/>
                  </a:lnTo>
                </a:path>
              </a:pathLst>
            </a:custGeom>
            <a:noFill/>
            <a:ln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0" name="流程图: 终止 209">
              <a:extLst>
                <a:ext uri="{FF2B5EF4-FFF2-40B4-BE49-F238E27FC236}">
                  <a16:creationId xmlns:a16="http://schemas.microsoft.com/office/drawing/2014/main" id="{2B56A957-7E60-5CE4-0BDA-7719A869F519}"/>
                </a:ext>
              </a:extLst>
            </p:cNvPr>
            <p:cNvSpPr/>
            <p:nvPr/>
          </p:nvSpPr>
          <p:spPr>
            <a:xfrm>
              <a:off x="9231721" y="1459155"/>
              <a:ext cx="1058348" cy="541999"/>
            </a:xfrm>
            <a:prstGeom prst="flowChartTermina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1" name="等腰三角形 210">
              <a:extLst>
                <a:ext uri="{FF2B5EF4-FFF2-40B4-BE49-F238E27FC236}">
                  <a16:creationId xmlns:a16="http://schemas.microsoft.com/office/drawing/2014/main" id="{ECFFEAB5-E761-BC86-DD45-3E686C09C0F2}"/>
                </a:ext>
              </a:extLst>
            </p:cNvPr>
            <p:cNvSpPr/>
            <p:nvPr/>
          </p:nvSpPr>
          <p:spPr>
            <a:xfrm rot="5400000">
              <a:off x="9785096" y="1388488"/>
              <a:ext cx="88656" cy="137059"/>
            </a:xfrm>
            <a:prstGeom prst="triangl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2" name="等腰三角形 211">
              <a:extLst>
                <a:ext uri="{FF2B5EF4-FFF2-40B4-BE49-F238E27FC236}">
                  <a16:creationId xmlns:a16="http://schemas.microsoft.com/office/drawing/2014/main" id="{FED0D8E0-31C6-7406-5EF2-DB421DFADA1E}"/>
                </a:ext>
              </a:extLst>
            </p:cNvPr>
            <p:cNvSpPr/>
            <p:nvPr/>
          </p:nvSpPr>
          <p:spPr>
            <a:xfrm rot="16200000">
              <a:off x="9785096" y="1938953"/>
              <a:ext cx="88656" cy="137059"/>
            </a:xfrm>
            <a:prstGeom prst="triangl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3" name="文本框 212">
              <a:extLst>
                <a:ext uri="{FF2B5EF4-FFF2-40B4-BE49-F238E27FC236}">
                  <a16:creationId xmlns:a16="http://schemas.microsoft.com/office/drawing/2014/main" id="{B25C0710-9E77-36C0-4BAD-9707A1ACB22C}"/>
                </a:ext>
              </a:extLst>
            </p:cNvPr>
            <p:cNvSpPr txBox="1"/>
            <p:nvPr/>
          </p:nvSpPr>
          <p:spPr>
            <a:xfrm>
              <a:off x="9435942" y="1015155"/>
              <a:ext cx="728027" cy="4495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a(</a:t>
              </a:r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4" name="文本框 213">
              <a:extLst>
                <a:ext uri="{FF2B5EF4-FFF2-40B4-BE49-F238E27FC236}">
                  <a16:creationId xmlns:a16="http://schemas.microsoft.com/office/drawing/2014/main" id="{9BE59A27-A743-33AD-57D2-687F47E92007}"/>
                </a:ext>
              </a:extLst>
            </p:cNvPr>
            <p:cNvSpPr txBox="1"/>
            <p:nvPr/>
          </p:nvSpPr>
          <p:spPr>
            <a:xfrm>
              <a:off x="7851683" y="988223"/>
              <a:ext cx="728027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in,L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" name="文本框 214">
              <a:extLst>
                <a:ext uri="{FF2B5EF4-FFF2-40B4-BE49-F238E27FC236}">
                  <a16:creationId xmlns:a16="http://schemas.microsoft.com/office/drawing/2014/main" id="{73681550-F5B2-E213-3890-CF5CA201B148}"/>
                </a:ext>
              </a:extLst>
            </p:cNvPr>
            <p:cNvSpPr txBox="1"/>
            <p:nvPr/>
          </p:nvSpPr>
          <p:spPr>
            <a:xfrm>
              <a:off x="7794909" y="1896715"/>
              <a:ext cx="907922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out,L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16" name="对象 215">
              <a:extLst>
                <a:ext uri="{FF2B5EF4-FFF2-40B4-BE49-F238E27FC236}">
                  <a16:creationId xmlns:a16="http://schemas.microsoft.com/office/drawing/2014/main" id="{632CB97E-129B-525A-C7DC-D0D89CC8124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8644355"/>
                </p:ext>
              </p:extLst>
            </p:nvPr>
          </p:nvGraphicFramePr>
          <p:xfrm>
            <a:off x="8391525" y="2279650"/>
            <a:ext cx="752475" cy="460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417836" imgH="259216" progId="Equation.DSMT4">
                    <p:embed/>
                  </p:oleObj>
                </mc:Choice>
                <mc:Fallback>
                  <p:oleObj name="Equation" r:id="rId3" imgW="417836" imgH="259216" progId="Equation.DSMT4">
                    <p:embed/>
                    <p:pic>
                      <p:nvPicPr>
                        <p:cNvPr id="216" name="对象 215">
                          <a:extLst>
                            <a:ext uri="{FF2B5EF4-FFF2-40B4-BE49-F238E27FC236}">
                              <a16:creationId xmlns:a16="http://schemas.microsoft.com/office/drawing/2014/main" id="{76DB42C0-C953-E37C-CBF0-EA96EBA0D2F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8391525" y="2279650"/>
                          <a:ext cx="752475" cy="4603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7" name="文本框 216">
              <a:extLst>
                <a:ext uri="{FF2B5EF4-FFF2-40B4-BE49-F238E27FC236}">
                  <a16:creationId xmlns:a16="http://schemas.microsoft.com/office/drawing/2014/main" id="{072CA5FF-BCEC-A642-6841-126A01FA31CF}"/>
                </a:ext>
              </a:extLst>
            </p:cNvPr>
            <p:cNvSpPr txBox="1"/>
            <p:nvPr/>
          </p:nvSpPr>
          <p:spPr>
            <a:xfrm>
              <a:off x="7190681" y="1248184"/>
              <a:ext cx="728027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8" name="文本框 217">
              <a:extLst>
                <a:ext uri="{FF2B5EF4-FFF2-40B4-BE49-F238E27FC236}">
                  <a16:creationId xmlns:a16="http://schemas.microsoft.com/office/drawing/2014/main" id="{9FF3C335-280B-4149-8504-360F08C9F121}"/>
                </a:ext>
              </a:extLst>
            </p:cNvPr>
            <p:cNvSpPr txBox="1"/>
            <p:nvPr/>
          </p:nvSpPr>
          <p:spPr>
            <a:xfrm>
              <a:off x="7190681" y="1700521"/>
              <a:ext cx="367378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4" name="任意多边形: 形状 253">
              <a:extLst>
                <a:ext uri="{FF2B5EF4-FFF2-40B4-BE49-F238E27FC236}">
                  <a16:creationId xmlns:a16="http://schemas.microsoft.com/office/drawing/2014/main" id="{BE17E48A-ED3A-B581-70F2-FA27002758A4}"/>
                </a:ext>
              </a:extLst>
            </p:cNvPr>
            <p:cNvSpPr/>
            <p:nvPr/>
          </p:nvSpPr>
          <p:spPr>
            <a:xfrm>
              <a:off x="10683112" y="1969295"/>
              <a:ext cx="1099898" cy="112085"/>
            </a:xfrm>
            <a:custGeom>
              <a:avLst/>
              <a:gdLst>
                <a:gd name="csX0" fmla="*/ 0 w 1320800"/>
                <a:gd name="csY0" fmla="*/ 0 h 92086"/>
                <a:gd name="csX1" fmla="*/ 85725 w 1320800"/>
                <a:gd name="csY1" fmla="*/ 92075 h 92086"/>
                <a:gd name="csX2" fmla="*/ 174625 w 1320800"/>
                <a:gd name="csY2" fmla="*/ 3175 h 92086"/>
                <a:gd name="csX3" fmla="*/ 276225 w 1320800"/>
                <a:gd name="csY3" fmla="*/ 92075 h 92086"/>
                <a:gd name="csX4" fmla="*/ 381000 w 1320800"/>
                <a:gd name="csY4" fmla="*/ 9525 h 92086"/>
                <a:gd name="csX5" fmla="*/ 488950 w 1320800"/>
                <a:gd name="csY5" fmla="*/ 92075 h 92086"/>
                <a:gd name="csX6" fmla="*/ 571500 w 1320800"/>
                <a:gd name="csY6" fmla="*/ 15875 h 92086"/>
                <a:gd name="csX7" fmla="*/ 666750 w 1320800"/>
                <a:gd name="csY7" fmla="*/ 79375 h 92086"/>
                <a:gd name="csX8" fmla="*/ 742950 w 1320800"/>
                <a:gd name="csY8" fmla="*/ 9525 h 92086"/>
                <a:gd name="csX9" fmla="*/ 850900 w 1320800"/>
                <a:gd name="csY9" fmla="*/ 82550 h 92086"/>
                <a:gd name="csX10" fmla="*/ 942975 w 1320800"/>
                <a:gd name="csY10" fmla="*/ 12700 h 92086"/>
                <a:gd name="csX11" fmla="*/ 1022350 w 1320800"/>
                <a:gd name="csY11" fmla="*/ 76200 h 92086"/>
                <a:gd name="csX12" fmla="*/ 1127125 w 1320800"/>
                <a:gd name="csY12" fmla="*/ 12700 h 92086"/>
                <a:gd name="csX13" fmla="*/ 1216025 w 1320800"/>
                <a:gd name="csY13" fmla="*/ 60325 h 92086"/>
                <a:gd name="csX14" fmla="*/ 1320800 w 1320800"/>
                <a:gd name="csY14" fmla="*/ 60325 h 92086"/>
                <a:gd name="csX15" fmla="*/ 1320800 w 1320800"/>
                <a:gd name="csY15" fmla="*/ 60325 h 920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320800" h="92086">
                  <a:moveTo>
                    <a:pt x="0" y="0"/>
                  </a:moveTo>
                  <a:cubicBezTo>
                    <a:pt x="28310" y="45773"/>
                    <a:pt x="56621" y="91546"/>
                    <a:pt x="85725" y="92075"/>
                  </a:cubicBezTo>
                  <a:cubicBezTo>
                    <a:pt x="114829" y="92604"/>
                    <a:pt x="142875" y="3175"/>
                    <a:pt x="174625" y="3175"/>
                  </a:cubicBezTo>
                  <a:cubicBezTo>
                    <a:pt x="206375" y="3175"/>
                    <a:pt x="241829" y="91017"/>
                    <a:pt x="276225" y="92075"/>
                  </a:cubicBezTo>
                  <a:cubicBezTo>
                    <a:pt x="310621" y="93133"/>
                    <a:pt x="345546" y="9525"/>
                    <a:pt x="381000" y="9525"/>
                  </a:cubicBezTo>
                  <a:cubicBezTo>
                    <a:pt x="416454" y="9525"/>
                    <a:pt x="457200" y="91017"/>
                    <a:pt x="488950" y="92075"/>
                  </a:cubicBezTo>
                  <a:cubicBezTo>
                    <a:pt x="520700" y="93133"/>
                    <a:pt x="541867" y="17992"/>
                    <a:pt x="571500" y="15875"/>
                  </a:cubicBezTo>
                  <a:cubicBezTo>
                    <a:pt x="601133" y="13758"/>
                    <a:pt x="638175" y="80433"/>
                    <a:pt x="666750" y="79375"/>
                  </a:cubicBezTo>
                  <a:cubicBezTo>
                    <a:pt x="695325" y="78317"/>
                    <a:pt x="712258" y="8996"/>
                    <a:pt x="742950" y="9525"/>
                  </a:cubicBezTo>
                  <a:cubicBezTo>
                    <a:pt x="773642" y="10054"/>
                    <a:pt x="817563" y="82021"/>
                    <a:pt x="850900" y="82550"/>
                  </a:cubicBezTo>
                  <a:cubicBezTo>
                    <a:pt x="884237" y="83079"/>
                    <a:pt x="914400" y="13758"/>
                    <a:pt x="942975" y="12700"/>
                  </a:cubicBezTo>
                  <a:cubicBezTo>
                    <a:pt x="971550" y="11642"/>
                    <a:pt x="991658" y="76200"/>
                    <a:pt x="1022350" y="76200"/>
                  </a:cubicBezTo>
                  <a:cubicBezTo>
                    <a:pt x="1053042" y="76200"/>
                    <a:pt x="1094846" y="15346"/>
                    <a:pt x="1127125" y="12700"/>
                  </a:cubicBezTo>
                  <a:cubicBezTo>
                    <a:pt x="1159404" y="10054"/>
                    <a:pt x="1183746" y="52388"/>
                    <a:pt x="1216025" y="60325"/>
                  </a:cubicBezTo>
                  <a:cubicBezTo>
                    <a:pt x="1248304" y="68262"/>
                    <a:pt x="1320800" y="60325"/>
                    <a:pt x="1320800" y="60325"/>
                  </a:cubicBezTo>
                  <a:lnTo>
                    <a:pt x="1320800" y="60325"/>
                  </a:lnTo>
                </a:path>
              </a:pathLst>
            </a:custGeom>
            <a:noFill/>
            <a:ln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5" name="任意多边形: 形状 254">
              <a:extLst>
                <a:ext uri="{FF2B5EF4-FFF2-40B4-BE49-F238E27FC236}">
                  <a16:creationId xmlns:a16="http://schemas.microsoft.com/office/drawing/2014/main" id="{B5AF0A70-2918-9EAE-DF34-F00F51B3AD4D}"/>
                </a:ext>
              </a:extLst>
            </p:cNvPr>
            <p:cNvSpPr/>
            <p:nvPr/>
          </p:nvSpPr>
          <p:spPr>
            <a:xfrm rot="10800000">
              <a:off x="10671356" y="1432849"/>
              <a:ext cx="1099898" cy="112085"/>
            </a:xfrm>
            <a:custGeom>
              <a:avLst/>
              <a:gdLst>
                <a:gd name="csX0" fmla="*/ 0 w 1320800"/>
                <a:gd name="csY0" fmla="*/ 0 h 92086"/>
                <a:gd name="csX1" fmla="*/ 85725 w 1320800"/>
                <a:gd name="csY1" fmla="*/ 92075 h 92086"/>
                <a:gd name="csX2" fmla="*/ 174625 w 1320800"/>
                <a:gd name="csY2" fmla="*/ 3175 h 92086"/>
                <a:gd name="csX3" fmla="*/ 276225 w 1320800"/>
                <a:gd name="csY3" fmla="*/ 92075 h 92086"/>
                <a:gd name="csX4" fmla="*/ 381000 w 1320800"/>
                <a:gd name="csY4" fmla="*/ 9525 h 92086"/>
                <a:gd name="csX5" fmla="*/ 488950 w 1320800"/>
                <a:gd name="csY5" fmla="*/ 92075 h 92086"/>
                <a:gd name="csX6" fmla="*/ 571500 w 1320800"/>
                <a:gd name="csY6" fmla="*/ 15875 h 92086"/>
                <a:gd name="csX7" fmla="*/ 666750 w 1320800"/>
                <a:gd name="csY7" fmla="*/ 79375 h 92086"/>
                <a:gd name="csX8" fmla="*/ 742950 w 1320800"/>
                <a:gd name="csY8" fmla="*/ 9525 h 92086"/>
                <a:gd name="csX9" fmla="*/ 850900 w 1320800"/>
                <a:gd name="csY9" fmla="*/ 82550 h 92086"/>
                <a:gd name="csX10" fmla="*/ 942975 w 1320800"/>
                <a:gd name="csY10" fmla="*/ 12700 h 92086"/>
                <a:gd name="csX11" fmla="*/ 1022350 w 1320800"/>
                <a:gd name="csY11" fmla="*/ 76200 h 92086"/>
                <a:gd name="csX12" fmla="*/ 1127125 w 1320800"/>
                <a:gd name="csY12" fmla="*/ 12700 h 92086"/>
                <a:gd name="csX13" fmla="*/ 1216025 w 1320800"/>
                <a:gd name="csY13" fmla="*/ 60325 h 92086"/>
                <a:gd name="csX14" fmla="*/ 1320800 w 1320800"/>
                <a:gd name="csY14" fmla="*/ 60325 h 92086"/>
                <a:gd name="csX15" fmla="*/ 1320800 w 1320800"/>
                <a:gd name="csY15" fmla="*/ 60325 h 920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320800" h="92086">
                  <a:moveTo>
                    <a:pt x="0" y="0"/>
                  </a:moveTo>
                  <a:cubicBezTo>
                    <a:pt x="28310" y="45773"/>
                    <a:pt x="56621" y="91546"/>
                    <a:pt x="85725" y="92075"/>
                  </a:cubicBezTo>
                  <a:cubicBezTo>
                    <a:pt x="114829" y="92604"/>
                    <a:pt x="142875" y="3175"/>
                    <a:pt x="174625" y="3175"/>
                  </a:cubicBezTo>
                  <a:cubicBezTo>
                    <a:pt x="206375" y="3175"/>
                    <a:pt x="241829" y="91017"/>
                    <a:pt x="276225" y="92075"/>
                  </a:cubicBezTo>
                  <a:cubicBezTo>
                    <a:pt x="310621" y="93133"/>
                    <a:pt x="345546" y="9525"/>
                    <a:pt x="381000" y="9525"/>
                  </a:cubicBezTo>
                  <a:cubicBezTo>
                    <a:pt x="416454" y="9525"/>
                    <a:pt x="457200" y="91017"/>
                    <a:pt x="488950" y="92075"/>
                  </a:cubicBezTo>
                  <a:cubicBezTo>
                    <a:pt x="520700" y="93133"/>
                    <a:pt x="541867" y="17992"/>
                    <a:pt x="571500" y="15875"/>
                  </a:cubicBezTo>
                  <a:cubicBezTo>
                    <a:pt x="601133" y="13758"/>
                    <a:pt x="638175" y="80433"/>
                    <a:pt x="666750" y="79375"/>
                  </a:cubicBezTo>
                  <a:cubicBezTo>
                    <a:pt x="695325" y="78317"/>
                    <a:pt x="712258" y="8996"/>
                    <a:pt x="742950" y="9525"/>
                  </a:cubicBezTo>
                  <a:cubicBezTo>
                    <a:pt x="773642" y="10054"/>
                    <a:pt x="817563" y="82021"/>
                    <a:pt x="850900" y="82550"/>
                  </a:cubicBezTo>
                  <a:cubicBezTo>
                    <a:pt x="884237" y="83079"/>
                    <a:pt x="914400" y="13758"/>
                    <a:pt x="942975" y="12700"/>
                  </a:cubicBezTo>
                  <a:cubicBezTo>
                    <a:pt x="971550" y="11642"/>
                    <a:pt x="991658" y="76200"/>
                    <a:pt x="1022350" y="76200"/>
                  </a:cubicBezTo>
                  <a:cubicBezTo>
                    <a:pt x="1053042" y="76200"/>
                    <a:pt x="1094846" y="15346"/>
                    <a:pt x="1127125" y="12700"/>
                  </a:cubicBezTo>
                  <a:cubicBezTo>
                    <a:pt x="1159404" y="10054"/>
                    <a:pt x="1183746" y="52388"/>
                    <a:pt x="1216025" y="60325"/>
                  </a:cubicBezTo>
                  <a:cubicBezTo>
                    <a:pt x="1248304" y="68262"/>
                    <a:pt x="1320800" y="60325"/>
                    <a:pt x="1320800" y="60325"/>
                  </a:cubicBezTo>
                  <a:lnTo>
                    <a:pt x="1320800" y="60325"/>
                  </a:lnTo>
                </a:path>
              </a:pathLst>
            </a:custGeom>
            <a:noFill/>
            <a:ln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6" name="文本框 255">
              <a:extLst>
                <a:ext uri="{FF2B5EF4-FFF2-40B4-BE49-F238E27FC236}">
                  <a16:creationId xmlns:a16="http://schemas.microsoft.com/office/drawing/2014/main" id="{1F761B4C-0DBE-1FB0-C97F-A2DC9DAD39A7}"/>
                </a:ext>
              </a:extLst>
            </p:cNvPr>
            <p:cNvSpPr txBox="1"/>
            <p:nvPr/>
          </p:nvSpPr>
          <p:spPr>
            <a:xfrm>
              <a:off x="10887726" y="1076672"/>
              <a:ext cx="728027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in,R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7" name="文本框 256">
              <a:extLst>
                <a:ext uri="{FF2B5EF4-FFF2-40B4-BE49-F238E27FC236}">
                  <a16:creationId xmlns:a16="http://schemas.microsoft.com/office/drawing/2014/main" id="{989F036F-8A9C-A474-7E86-9486A3A7DC00}"/>
                </a:ext>
              </a:extLst>
            </p:cNvPr>
            <p:cNvSpPr txBox="1"/>
            <p:nvPr/>
          </p:nvSpPr>
          <p:spPr>
            <a:xfrm>
              <a:off x="10830952" y="1985164"/>
              <a:ext cx="907922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out,R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58" name="对象 257">
              <a:extLst>
                <a:ext uri="{FF2B5EF4-FFF2-40B4-BE49-F238E27FC236}">
                  <a16:creationId xmlns:a16="http://schemas.microsoft.com/office/drawing/2014/main" id="{45DFCC97-4CF4-2999-2B88-AFDDBEA5977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85532921"/>
                </p:ext>
              </p:extLst>
            </p:nvPr>
          </p:nvGraphicFramePr>
          <p:xfrm>
            <a:off x="10280394" y="2250866"/>
            <a:ext cx="752474" cy="460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446427" imgH="259216" progId="Equation.DSMT4">
                    <p:embed/>
                  </p:oleObj>
                </mc:Choice>
                <mc:Fallback>
                  <p:oleObj name="Equation" r:id="rId5" imgW="446427" imgH="259216" progId="Equation.DSMT4">
                    <p:embed/>
                    <p:pic>
                      <p:nvPicPr>
                        <p:cNvPr id="258" name="对象 257">
                          <a:extLst>
                            <a:ext uri="{FF2B5EF4-FFF2-40B4-BE49-F238E27FC236}">
                              <a16:creationId xmlns:a16="http://schemas.microsoft.com/office/drawing/2014/main" id="{682A2BC6-9707-DA99-8205-421F3926C7F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0280394" y="2250866"/>
                          <a:ext cx="752474" cy="4603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E7B99DCD-3EAA-BCFB-CEDA-9E082A1922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4610367"/>
              </p:ext>
            </p:extLst>
          </p:nvPr>
        </p:nvGraphicFramePr>
        <p:xfrm>
          <a:off x="1859653" y="1129514"/>
          <a:ext cx="3223405" cy="1161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57527" imgH="633549" progId="Equation.DSMT4">
                  <p:embed/>
                </p:oleObj>
              </mc:Choice>
              <mc:Fallback>
                <p:oleObj name="Equation" r:id="rId7" imgW="1757527" imgH="63354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59653" y="1129514"/>
                        <a:ext cx="3223405" cy="11618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2706856D-7749-7B48-D563-AD91D3C525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7207375"/>
              </p:ext>
            </p:extLst>
          </p:nvPr>
        </p:nvGraphicFramePr>
        <p:xfrm>
          <a:off x="1638574" y="3783418"/>
          <a:ext cx="3992488" cy="13224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261953" imgH="748665" progId="Equation.DSMT4">
                  <p:embed/>
                </p:oleObj>
              </mc:Choice>
              <mc:Fallback>
                <p:oleObj name="Equation" r:id="rId9" imgW="2261953" imgH="74866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38574" y="3783418"/>
                        <a:ext cx="3992488" cy="13224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30691980-9CF6-A749-CBFA-25FF0FBA4D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9326732"/>
              </p:ext>
            </p:extLst>
          </p:nvPr>
        </p:nvGraphicFramePr>
        <p:xfrm>
          <a:off x="1928748" y="2788335"/>
          <a:ext cx="3154310" cy="6702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628051" imgH="345349" progId="Equation.DSMT4">
                  <p:embed/>
                </p:oleObj>
              </mc:Choice>
              <mc:Fallback>
                <p:oleObj name="Equation" r:id="rId11" imgW="1628051" imgH="34534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928748" y="2788335"/>
                        <a:ext cx="3154310" cy="6702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FAE9051D-0A73-D5B1-3DF2-9CED250F0849}"/>
              </a:ext>
            </a:extLst>
          </p:cNvPr>
          <p:cNvSpPr txBox="1"/>
          <p:nvPr/>
        </p:nvSpPr>
        <p:spPr>
          <a:xfrm>
            <a:off x="529073" y="5439832"/>
            <a:ext cx="114610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holds in both linear and nonlinear regimes, as well as in the Fourier domain. that in the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ultrastrong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coupling regime, the input-output relations are significantly modified due to the breakdown  of the rotating wave approximation (RWA).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01FA45E-B7BD-4B34-7519-46E95A863091}"/>
              </a:ext>
            </a:extLst>
          </p:cNvPr>
          <p:cNvSpPr txBox="1"/>
          <p:nvPr/>
        </p:nvSpPr>
        <p:spPr>
          <a:xfrm>
            <a:off x="760385" y="6431347"/>
            <a:ext cx="6362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下一步差分透射谱。</a:t>
            </a:r>
          </a:p>
        </p:txBody>
      </p:sp>
    </p:spTree>
    <p:extLst>
      <p:ext uri="{BB962C8B-B14F-4D97-AF65-F5344CB8AC3E}">
        <p14:creationId xmlns:p14="http://schemas.microsoft.com/office/powerpoint/2010/main" val="2419206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E0921-F4D9-022A-0F48-B3B2BAB60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文本框 6">
            <a:extLst>
              <a:ext uri="{FF2B5EF4-FFF2-40B4-BE49-F238E27FC236}">
                <a16:creationId xmlns:a16="http://schemas.microsoft.com/office/drawing/2014/main" id="{EFA408AC-BC21-C7B7-67FA-8E3E608D715C}"/>
              </a:ext>
            </a:extLst>
          </p:cNvPr>
          <p:cNvSpPr/>
          <p:nvPr/>
        </p:nvSpPr>
        <p:spPr>
          <a:xfrm>
            <a:off x="0" y="94688"/>
            <a:ext cx="2592000" cy="51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/>
            <a:r>
              <a:rPr lang="zh-CN" altLang="en-US" sz="2800" spc="-1" dirty="0">
                <a:solidFill>
                  <a:schemeClr val="dk1"/>
                </a:solidFill>
                <a:latin typeface="微软雅黑"/>
                <a:ea typeface="微软雅黑"/>
              </a:rPr>
              <a:t>文献阅读情况</a:t>
            </a:r>
            <a:endParaRPr lang="en-US" sz="2800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7" name="直接连接符 4">
            <a:extLst>
              <a:ext uri="{FF2B5EF4-FFF2-40B4-BE49-F238E27FC236}">
                <a16:creationId xmlns:a16="http://schemas.microsoft.com/office/drawing/2014/main" id="{B505A8D5-2405-46AF-FC18-C724C83B81AD}"/>
              </a:ext>
            </a:extLst>
          </p:cNvPr>
          <p:cNvCxnSpPr>
            <a:cxnSpLocks/>
          </p:cNvCxnSpPr>
          <p:nvPr/>
        </p:nvCxnSpPr>
        <p:spPr>
          <a:xfrm>
            <a:off x="0" y="759600"/>
            <a:ext cx="12145108" cy="0"/>
          </a:xfrm>
          <a:prstGeom prst="straightConnector1">
            <a:avLst/>
          </a:prstGeom>
          <a:ln w="76320" cap="rnd">
            <a:solidFill>
              <a:srgbClr val="186299"/>
            </a:solidFill>
            <a:round/>
          </a:ln>
        </p:spPr>
      </p:cxnSp>
      <p:sp>
        <p:nvSpPr>
          <p:cNvPr id="7" name="文本框 5">
            <a:extLst>
              <a:ext uri="{FF2B5EF4-FFF2-40B4-BE49-F238E27FC236}">
                <a16:creationId xmlns:a16="http://schemas.microsoft.com/office/drawing/2014/main" id="{177A4EDC-ECCA-524D-9D68-152D53BC9799}"/>
              </a:ext>
            </a:extLst>
          </p:cNvPr>
          <p:cNvSpPr/>
          <p:nvPr/>
        </p:nvSpPr>
        <p:spPr>
          <a:xfrm>
            <a:off x="2429100" y="6440084"/>
            <a:ext cx="7671181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0" i="1" strike="noStrike" spc="-1" dirty="0" err="1">
                <a:solidFill>
                  <a:schemeClr val="dk1"/>
                </a:solidFill>
                <a:latin typeface="Calibri"/>
              </a:rPr>
              <a:t>Picocavity</a:t>
            </a:r>
            <a:r>
              <a:rPr lang="en-US" sz="1800" b="0" i="1" strike="noStrike" spc="-1" dirty="0">
                <a:solidFill>
                  <a:schemeClr val="dk1"/>
                </a:solidFill>
                <a:latin typeface="Calibri"/>
              </a:rPr>
              <a:t>-Enhanced Raman Spectroscopy of </a:t>
            </a:r>
            <a:r>
              <a:rPr lang="en-US" sz="1800" b="0" i="1" strike="noStrike" spc="-1" dirty="0" err="1">
                <a:solidFill>
                  <a:schemeClr val="dk1"/>
                </a:solidFill>
                <a:latin typeface="Calibri"/>
              </a:rPr>
              <a:t>Physisorbed</a:t>
            </a:r>
            <a:r>
              <a:rPr lang="en-US" sz="1800" b="0" i="1" strike="noStrike" spc="-1" dirty="0">
                <a:solidFill>
                  <a:schemeClr val="dk1"/>
                </a:solidFill>
                <a:latin typeface="Calibri"/>
              </a:rPr>
              <a:t> H</a:t>
            </a:r>
            <a:r>
              <a:rPr lang="en-US" sz="1800" b="0" i="1" strike="noStrike" spc="-1" baseline="-8000" dirty="0">
                <a:solidFill>
                  <a:schemeClr val="dk1"/>
                </a:solidFill>
                <a:latin typeface="Calibri"/>
              </a:rPr>
              <a:t>2</a:t>
            </a:r>
            <a:r>
              <a:rPr lang="en-US" sz="1800" b="0" i="1" strike="noStrike" spc="-1" dirty="0">
                <a:solidFill>
                  <a:schemeClr val="dk1"/>
                </a:solidFill>
                <a:latin typeface="Calibri"/>
              </a:rPr>
              <a:t> and D</a:t>
            </a:r>
            <a:r>
              <a:rPr lang="en-US" sz="1800" b="0" i="1" strike="noStrike" spc="-1" baseline="-8000" dirty="0">
                <a:solidFill>
                  <a:schemeClr val="dk1"/>
                </a:solidFill>
                <a:latin typeface="Calibri"/>
              </a:rPr>
              <a:t>2</a:t>
            </a:r>
            <a:r>
              <a:rPr lang="en-US" sz="1800" b="0" i="1" strike="noStrike" spc="-1" dirty="0">
                <a:solidFill>
                  <a:schemeClr val="dk1"/>
                </a:solidFill>
                <a:latin typeface="Calibri"/>
              </a:rPr>
              <a:t> Molecules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CB4F878-5425-3B5F-7975-5E8331F25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705" y="1125449"/>
            <a:ext cx="5481885" cy="230345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63B6146C-C83C-100B-FC4C-553B218F0D3D}"/>
              </a:ext>
            </a:extLst>
          </p:cNvPr>
          <p:cNvSpPr txBox="1"/>
          <p:nvPr/>
        </p:nvSpPr>
        <p:spPr>
          <a:xfrm>
            <a:off x="2366271" y="4165200"/>
            <a:ext cx="80201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本来打算当作课堂作业完成，与龙老师及学生分析后需要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HPC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（百原子量级）。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下一步：算简单结构的吸附能完成作业，先在个人电脑上实现基本模块计算，需要增加复杂度再使用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HPC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。着手有限元分析。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2186AE2-6BB2-B688-3ED2-D4497D16D184}"/>
              </a:ext>
            </a:extLst>
          </p:cNvPr>
          <p:cNvSpPr txBox="1"/>
          <p:nvPr/>
        </p:nvSpPr>
        <p:spPr>
          <a:xfrm>
            <a:off x="6096000" y="1861750"/>
            <a:ext cx="56725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Further, we note that even though these simulations provide a clear indication that quantum mechanical effects affect the density of the molecular coverage of the surface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0775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2627</TotalTime>
  <Words>450</Words>
  <Application>Microsoft Office PowerPoint</Application>
  <PresentationFormat>宽屏</PresentationFormat>
  <Paragraphs>38</Paragraphs>
  <Slides>5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等线</vt:lpstr>
      <vt:lpstr>黑体</vt:lpstr>
      <vt:lpstr>宋体</vt:lpstr>
      <vt:lpstr>微软雅黑</vt:lpstr>
      <vt:lpstr>Arial</vt:lpstr>
      <vt:lpstr>Calibri</vt:lpstr>
      <vt:lpstr>Times New Roman</vt:lpstr>
      <vt:lpstr>Office 主题</vt:lpstr>
      <vt:lpstr>MathType 7.0 Equation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Faker Alan</dc:creator>
  <cp:lastModifiedBy>晋康 郭</cp:lastModifiedBy>
  <cp:revision>43</cp:revision>
  <dcterms:created xsi:type="dcterms:W3CDTF">2025-08-29T08:21:53Z</dcterms:created>
  <dcterms:modified xsi:type="dcterms:W3CDTF">2025-10-30T06:00:07Z</dcterms:modified>
</cp:coreProperties>
</file>